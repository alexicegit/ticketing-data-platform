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EVENT TICKETING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Pipeline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Analytics Solution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 •  Snowflake  •  dbt  •  Apache Airflow  •  GitHub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Business Context &amp; Requirements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Architecture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Data Sources (Neon + GitHub CSVs)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Target Warehouse (Snowflake Layers)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ETL Orchestration with Airflow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dbt Transformations (Staging → Analytics)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Dimensional Model &amp; Reporting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Key Capabilities &amp; Deliverables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Ticketing Data Pipeline  |  Page 2 of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Requirements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/>
          <a:effectLst>
            <a:outerShdw sx="100000" sy="100000" kx="0" ky="0" algn="bl" rotWithShape="0" blurRad="50800" dist="508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1097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Week &amp; Channel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results across weeks and channels (web, mobile, on-site). Determine if Feb 2020 outperformed Feb 2019 — filterable by reseller &amp; event type.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/>
          <a:effectLst>
            <a:outerShdw sx="100000" sy="100000" kx="0" ky="0" algn="bl" rotWithShape="0" blurRad="50800" dist="508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743200" cy="109728"/>
          </a:xfrm>
          <a:prstGeom prst="rect">
            <a:avLst/>
          </a:prstGeom>
          <a:solidFill>
            <a:srgbClr val="548235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280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vs Sales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commission rates against partnership agreements and analyse relationship between commission rate and sales volume/value.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/>
          <a:effectLst>
            <a:outerShdw sx="100000" sy="100000" kx="0" ky="0" algn="bl" rotWithShape="0" blurRad="50800" dist="508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005840"/>
            <a:ext cx="2743200" cy="109728"/>
          </a:xfrm>
          <a:prstGeom prst="rect">
            <a:avLst/>
          </a:prstGeom>
          <a:solidFill>
            <a:srgbClr val="C6591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280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Tickets by Region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most popular tickets (events) per geographic region based on quantity sold and revenue.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Ticketing Data Pipeline  |  Page 3 of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325880" cy="1645920"/>
          </a:xfrm>
          <a:prstGeom prst="roundRect">
            <a:avLst>
              <a:gd name="adj" fmla="val 5517"/>
            </a:avLst>
          </a:prstGeom>
          <a:solidFill>
            <a:srgbClr val="C6591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508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PG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CSV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737360" y="1371600"/>
            <a:ext cx="1325880" cy="1645920"/>
          </a:xfrm>
          <a:prstGeom prst="roundRect">
            <a:avLst>
              <a:gd name="adj" fmla="val 5517"/>
            </a:avLst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508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201168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71800" y="1920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1325880" cy="1645920"/>
          </a:xfrm>
          <a:prstGeom prst="roundRect">
            <a:avLst>
              <a:gd name="adj" fmla="val 5517"/>
            </a:avLst>
          </a:prstGeom>
          <a:solidFill>
            <a:srgbClr val="1F4E79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508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01168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1920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325880" cy="1645920"/>
          </a:xfrm>
          <a:prstGeom prst="roundRect">
            <a:avLst>
              <a:gd name="adj" fmla="val 5517"/>
            </a:avLst>
          </a:prstGeom>
          <a:solidFill>
            <a:srgbClr val="548235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508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01168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/ Type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1920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1325880" cy="1645920"/>
          </a:xfrm>
          <a:prstGeom prst="roundRect">
            <a:avLst>
              <a:gd name="adj" fmla="val 5517"/>
            </a:avLst>
          </a:prstGeom>
          <a:solidFill>
            <a:srgbClr val="7030A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508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201168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Dims + Facts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60920" y="1920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589520" y="1371600"/>
            <a:ext cx="1325880" cy="1645920"/>
          </a:xfrm>
          <a:prstGeom prst="roundRect">
            <a:avLst>
              <a:gd name="adj" fmla="val 5517"/>
            </a:avLst>
          </a:prstGeom>
          <a:solidFill>
            <a:srgbClr val="C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1508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89520" y="201168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architecture orchestrated by Apache Airflow with dbt for all transformations.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F7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 Neon (PostgreSQL)  •  Snowflake  •  dbt Core  •  Apache Airflow  •  GitHub  •  BI Tool of Choice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Ticketing Data Pipeline  |  Page 4 of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Neon PostgreSQL (B2B Platform)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organizers
• resellers
• partnerships (commission %)
• customers
• events
• purchases (sales transactions)
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(organizer/reseller), location, buyer, amount, qty, channel, commission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7F9FC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C65911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87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Reseller CSV (GitHub)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Convention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DailySales_MMDDYYYY_RESELLERID.CSV
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3rd-party reseller software not connected to the platform. Daily exports for integration.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files generated and stored in GitHub repository folder.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Ticketing Data Pipeline  |  Page 5 of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Warehouse — Snowflake Layers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8872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2344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zone. Source-aligned tables + audit columns (_loaded_at, _source_file, _batch_id).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28600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70AD4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3317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cleaned, typed, deduplicated models. Unified ticket-sale grain.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338328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ED7D3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34290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 model: dim_date, dim_reseller, dim_event, dim_channel, dim_region + fact_ticket_sales.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Ticketing Data Pipeline  |  Page 6 of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Orchestration — Apache Airflow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neon_to_snowflake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Neon tables → Load Snowflake RAW → Log batch metadata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github_csv_to_snowflake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Discover/download CSVs → Stage → COPY INTO RAW → Archive &amp; log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dbt_build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run staging → dbt test → dbt run analytics → dbt test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Ticketing Data Pipeline  |  Page 7 of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Capabilities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43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Load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historical Neon extract + bulk CSV load + complete dbt build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143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1600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retries, idempotent loads, declarative dbt models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143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600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validation, COPY reject files, dbt tests, quarantine tables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9748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Tracking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batch_id, start/end, status, row counts, source file, errors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69748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Format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33375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dimensional tables with human-readable attributes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69748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Data Ready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3375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COPY, incremental dbt facts, Airflow parallelism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Ticketing Data Pipeline  |  Page 8 of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Transformations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stg_neon__purchases / resellers / …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stg_reseller__daily_sales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Cast, rename, null-handle, dedupe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ticket-sale grain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Tests: unique, not_null,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relationships, accepted_values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7F9FC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dim_date, dim_reseller, dim_event,
  dim_channel, dim_region, …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fact_ticket_sales (quantity,
  amount, commission_amount)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Surrogate keys via dbt_utils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Incremental materialization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 facts for daily refreshes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Ticketing Data Pipeline  |  Page 9 of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 Model (Star Schema)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21031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C6591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fact_ticket_sales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 • amount • commission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dim_reseller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dim_event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dim_channel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356616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dim_region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356616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dim_customer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Ticketing Data Pipeline  |  Page 10 of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Visualization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515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9601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Week &amp; Channel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2527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amount, quantity by week + channel. Filters: year, reseller, event type.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8288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2020 vs Feb 2019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214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variance comparison. Slice by reseller and event type. KPI cards + charts.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889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6974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vs Sales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9900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/ grouped bars of rate vs volume. Validate partnership agreements.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657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Tickets by Region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8587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Top-N events by qty/revenue per region. Ranked tables or bar charts.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Ticketing Data Pipeline  |  Page 11 of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Complete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Neon database with generated sample data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Reseller DailySales CSV files on GitHub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Snowflake RAW → STAGING → ANALYTICS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468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Airflow DAGs for Neon, GitHub CSV &amp; dbt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dbt staging + dimensional analytics models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200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Restartable, metadata-tracked, error-resilient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Reports ready for week/channel, YoY, commission, region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Event Ticketing Platform — Data Pipeline</dc:title>
  <dc:subject>End-to-End ETL / Analytics Solution</dc:subject>
  <dc:creator>Data Engineering Team</dc:creator>
  <cp:lastModifiedBy>Data Engineering Team</cp:lastModifiedBy>
  <cp:revision>1</cp:revision>
  <dcterms:created xsi:type="dcterms:W3CDTF">2026-07-26T13:35:27Z</dcterms:created>
  <dcterms:modified xsi:type="dcterms:W3CDTF">2026-07-26T13:35:27Z</dcterms:modified>
</cp:coreProperties>
</file>