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B2B Event Ticketing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exists in multiple systems</a:t>
            </a:r>
            <a:br/>
            <a:r>
              <a:t>• Manual reporting is slow</a:t>
            </a:r>
            <a:br/>
            <a:r>
              <a:t>• Need one trusted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Neon PostgreSQL</a:t>
            </a:r>
            <a:br/>
            <a:r>
              <a:t>↓</a:t>
            </a:r>
            <a:br/>
            <a:r>
              <a:t>Airflow</a:t>
            </a:r>
            <a:br/>
            <a:r>
              <a:t>↓</a:t>
            </a:r>
            <a:br/>
            <a:r>
              <a:t>Snowflake RAW</a:t>
            </a:r>
            <a:br/>
            <a:r>
              <a:t>↑</a:t>
            </a:r>
            <a:br/>
            <a:r>
              <a:t>GitHub CSV</a:t>
            </a:r>
            <a:br/>
            <a:r>
              <a:t>↓</a:t>
            </a:r>
            <a:br/>
            <a:r>
              <a:t>Airflow</a:t>
            </a:r>
            <a:br/>
            <a:r>
              <a:t>↓</a:t>
            </a:r>
            <a:br/>
            <a:r>
              <a:t>dbt</a:t>
            </a:r>
            <a:br/>
            <a:r>
              <a:t>↓</a:t>
            </a:r>
            <a:br/>
            <a:r>
              <a:t>Staging → Dimensions → Facts</a:t>
            </a:r>
            <a:br/>
            <a:r>
              <a:t>↓</a:t>
            </a:r>
            <a:br/>
            <a:r>
              <a:t>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  <a:br/>
            <a:r>
              <a:t>Airflow</a:t>
            </a:r>
            <a:br/>
            <a:r>
              <a:t>Snowflake</a:t>
            </a:r>
            <a:br/>
            <a:r>
              <a:t>dbt</a:t>
            </a:r>
            <a:br/>
            <a:r>
              <a:t>Power BI</a:t>
            </a:r>
            <a:br/>
            <a: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Incremental extraction from PostgreSQL into Snowflake RAW.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Download, validate, and merge reseller CSV files from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dbt models and tests to build business-ready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 schema with one fact table and multiple dimensions.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Executive KPIs</a:t>
            </a:r>
            <a:br/>
            <a:r>
              <a:t>Sales Trends</a:t>
            </a:r>
            <a:br/>
            <a:r>
              <a:t>Regional Analysis</a:t>
            </a:r>
            <a:br/>
            <a:r>
              <a:t>Commission Analysis</a:t>
            </a:r>
            <a:br/>
            <a:r>
              <a:t>Detailed Sales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Automation</a:t>
            </a:r>
            <a:br/>
            <a:r>
              <a:t>Scalability</a:t>
            </a:r>
            <a:br/>
            <a:r>
              <a:t>Data Quality</a:t>
            </a:r>
            <a:br/>
            <a:r>
              <a:t>Easy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CI/CD</a:t>
            </a:r>
            <a:br/>
            <a:r>
              <a:t>Terraform</a:t>
            </a:r>
            <a:br/>
            <a:r>
              <a:t>Data Quality Framework</a:t>
            </a:r>
            <a:br/>
            <a:r>
              <a:t>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