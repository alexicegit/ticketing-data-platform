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D6C623-8FB2-4961-B507-583B735C764B}" type="doc">
      <dgm:prSet loTypeId="urn:microsoft.com/office/officeart/2005/8/layout/chevron1" loCatId="process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58BA9CE9-E1F5-4D9C-BA93-B12C0A9F0F9C}">
      <dgm:prSet/>
      <dgm:spPr/>
      <dgm:t>
        <a:bodyPr/>
        <a:lstStyle/>
        <a:p>
          <a:r>
            <a:rPr lang="en-IN" b="1"/>
            <a:t>Identify Source Systems</a:t>
          </a:r>
          <a:endParaRPr lang="en-IN"/>
        </a:p>
      </dgm:t>
    </dgm:pt>
    <dgm:pt modelId="{365ADC5E-256B-4580-B291-FBF785643B28}" type="parTrans" cxnId="{9371085D-5295-4013-A2BC-EE3048AF507C}">
      <dgm:prSet/>
      <dgm:spPr/>
      <dgm:t>
        <a:bodyPr/>
        <a:lstStyle/>
        <a:p>
          <a:endParaRPr lang="en-IN"/>
        </a:p>
      </dgm:t>
    </dgm:pt>
    <dgm:pt modelId="{462A0732-D146-4283-A38D-851452B39FDE}" type="sibTrans" cxnId="{9371085D-5295-4013-A2BC-EE3048AF507C}">
      <dgm:prSet/>
      <dgm:spPr/>
      <dgm:t>
        <a:bodyPr/>
        <a:lstStyle/>
        <a:p>
          <a:endParaRPr lang="en-IN"/>
        </a:p>
      </dgm:t>
    </dgm:pt>
    <dgm:pt modelId="{6C571572-4E58-44E7-B9FA-D98212810444}">
      <dgm:prSet/>
      <dgm:spPr/>
      <dgm:t>
        <a:bodyPr/>
        <a:lstStyle/>
        <a:p>
          <a:r>
            <a:rPr lang="en-IN"/>
            <a:t>Determine the various source systems providing data, including Neon PostgreSQL for core data and CSV files for reseller sales.</a:t>
          </a:r>
        </a:p>
      </dgm:t>
    </dgm:pt>
    <dgm:pt modelId="{59C37444-CF48-4DA4-AFC8-4DA19946F8AF}" type="parTrans" cxnId="{786B0A3A-04C2-4579-9BB9-59A0E7E1F80A}">
      <dgm:prSet/>
      <dgm:spPr/>
      <dgm:t>
        <a:bodyPr/>
        <a:lstStyle/>
        <a:p>
          <a:endParaRPr lang="en-IN"/>
        </a:p>
      </dgm:t>
    </dgm:pt>
    <dgm:pt modelId="{1FE42045-4230-4704-93A2-126210BD6BE9}" type="sibTrans" cxnId="{786B0A3A-04C2-4579-9BB9-59A0E7E1F80A}">
      <dgm:prSet/>
      <dgm:spPr/>
      <dgm:t>
        <a:bodyPr/>
        <a:lstStyle/>
        <a:p>
          <a:endParaRPr lang="en-IN"/>
        </a:p>
      </dgm:t>
    </dgm:pt>
    <dgm:pt modelId="{16042B7A-B641-4C1B-A541-CBF37E86A52D}">
      <dgm:prSet/>
      <dgm:spPr/>
      <dgm:t>
        <a:bodyPr/>
        <a:lstStyle/>
        <a:p>
          <a:r>
            <a:rPr lang="en-IN" b="1"/>
            <a:t>Access Data from Neon PostgreSQL</a:t>
          </a:r>
          <a:endParaRPr lang="en-IN"/>
        </a:p>
      </dgm:t>
    </dgm:pt>
    <dgm:pt modelId="{D7BD78D7-6E85-4496-9BC5-9B1D3D0175C2}" type="parTrans" cxnId="{E8FD8466-EA0F-41CD-80D4-CCDDFA1224A4}">
      <dgm:prSet/>
      <dgm:spPr/>
      <dgm:t>
        <a:bodyPr/>
        <a:lstStyle/>
        <a:p>
          <a:endParaRPr lang="en-IN"/>
        </a:p>
      </dgm:t>
    </dgm:pt>
    <dgm:pt modelId="{E96F2C91-3882-40D1-BAB4-E5EC3021EDAF}" type="sibTrans" cxnId="{E8FD8466-EA0F-41CD-80D4-CCDDFA1224A4}">
      <dgm:prSet/>
      <dgm:spPr/>
      <dgm:t>
        <a:bodyPr/>
        <a:lstStyle/>
        <a:p>
          <a:endParaRPr lang="en-IN"/>
        </a:p>
      </dgm:t>
    </dgm:pt>
    <dgm:pt modelId="{ECB2377E-027C-42C1-8B54-CCD4BA079077}">
      <dgm:prSet/>
      <dgm:spPr/>
      <dgm:t>
        <a:bodyPr/>
        <a:lstStyle/>
        <a:p>
          <a:r>
            <a:rPr lang="en-IN"/>
            <a:t>Connect to the Neon PostgreSQL database to extract data related to Customers, Events, Organizers, and Ticket Sales.</a:t>
          </a:r>
        </a:p>
      </dgm:t>
    </dgm:pt>
    <dgm:pt modelId="{76B0C171-1DEB-4076-9E46-182CAD6AA257}" type="parTrans" cxnId="{522A7E30-AEB8-4632-B204-0A0EBE72776D}">
      <dgm:prSet/>
      <dgm:spPr/>
      <dgm:t>
        <a:bodyPr/>
        <a:lstStyle/>
        <a:p>
          <a:endParaRPr lang="en-IN"/>
        </a:p>
      </dgm:t>
    </dgm:pt>
    <dgm:pt modelId="{FE696D90-281C-416E-97C0-86FD0FCB330A}" type="sibTrans" cxnId="{522A7E30-AEB8-4632-B204-0A0EBE72776D}">
      <dgm:prSet/>
      <dgm:spPr/>
      <dgm:t>
        <a:bodyPr/>
        <a:lstStyle/>
        <a:p>
          <a:endParaRPr lang="en-IN"/>
        </a:p>
      </dgm:t>
    </dgm:pt>
    <dgm:pt modelId="{15173D6A-3379-46D2-B642-2E2951590898}">
      <dgm:prSet/>
      <dgm:spPr/>
      <dgm:t>
        <a:bodyPr/>
        <a:lstStyle/>
        <a:p>
          <a:r>
            <a:rPr lang="en-IN" b="1"/>
            <a:t>Collect CSV Files</a:t>
          </a:r>
          <a:endParaRPr lang="en-IN"/>
        </a:p>
      </dgm:t>
    </dgm:pt>
    <dgm:pt modelId="{118FAFC3-4F82-43EA-A05D-F1083869DD72}" type="parTrans" cxnId="{EB6BF25C-BAA6-41A9-9DC3-B5E4FD3C0A78}">
      <dgm:prSet/>
      <dgm:spPr/>
      <dgm:t>
        <a:bodyPr/>
        <a:lstStyle/>
        <a:p>
          <a:endParaRPr lang="en-IN"/>
        </a:p>
      </dgm:t>
    </dgm:pt>
    <dgm:pt modelId="{D030102D-5801-48FE-BCAA-275F5F3C1068}" type="sibTrans" cxnId="{EB6BF25C-BAA6-41A9-9DC3-B5E4FD3C0A78}">
      <dgm:prSet/>
      <dgm:spPr/>
      <dgm:t>
        <a:bodyPr/>
        <a:lstStyle/>
        <a:p>
          <a:endParaRPr lang="en-IN"/>
        </a:p>
      </dgm:t>
    </dgm:pt>
    <dgm:pt modelId="{14DC6910-A829-4025-B8AD-FD49F228A56B}">
      <dgm:prSet/>
      <dgm:spPr/>
      <dgm:t>
        <a:bodyPr/>
        <a:lstStyle/>
        <a:p>
          <a:r>
            <a:rPr lang="en-IN"/>
            <a:t>Gather daily reseller sales data stored in CSV files for further processing.</a:t>
          </a:r>
        </a:p>
      </dgm:t>
    </dgm:pt>
    <dgm:pt modelId="{0A0D0D76-EBAC-4948-A53B-2FFACBFB082F}" type="parTrans" cxnId="{7DD1C638-0E15-404E-B31D-22C155DAF9AB}">
      <dgm:prSet/>
      <dgm:spPr/>
      <dgm:t>
        <a:bodyPr/>
        <a:lstStyle/>
        <a:p>
          <a:endParaRPr lang="en-IN"/>
        </a:p>
      </dgm:t>
    </dgm:pt>
    <dgm:pt modelId="{819579F0-38AA-4DD5-818D-519C9FDDAF07}" type="sibTrans" cxnId="{7DD1C638-0E15-404E-B31D-22C155DAF9AB}">
      <dgm:prSet/>
      <dgm:spPr/>
      <dgm:t>
        <a:bodyPr/>
        <a:lstStyle/>
        <a:p>
          <a:endParaRPr lang="en-IN"/>
        </a:p>
      </dgm:t>
    </dgm:pt>
    <dgm:pt modelId="{4B531590-8400-4F81-A45B-F5AAEC2F0F55}">
      <dgm:prSet/>
      <dgm:spPr/>
      <dgm:t>
        <a:bodyPr/>
        <a:lstStyle/>
        <a:p>
          <a:r>
            <a:rPr lang="en-IN" b="1"/>
            <a:t>Prepare Data for Integration</a:t>
          </a:r>
          <a:endParaRPr lang="en-IN"/>
        </a:p>
      </dgm:t>
    </dgm:pt>
    <dgm:pt modelId="{70E169FF-E71A-45A5-B6FB-B86F61D337B5}" type="parTrans" cxnId="{233D13ED-C0C9-461A-916A-45A68F624752}">
      <dgm:prSet/>
      <dgm:spPr/>
      <dgm:t>
        <a:bodyPr/>
        <a:lstStyle/>
        <a:p>
          <a:endParaRPr lang="en-IN"/>
        </a:p>
      </dgm:t>
    </dgm:pt>
    <dgm:pt modelId="{8D077012-1DDF-4B07-83A2-842880A53B2E}" type="sibTrans" cxnId="{233D13ED-C0C9-461A-916A-45A68F624752}">
      <dgm:prSet/>
      <dgm:spPr/>
      <dgm:t>
        <a:bodyPr/>
        <a:lstStyle/>
        <a:p>
          <a:endParaRPr lang="en-IN"/>
        </a:p>
      </dgm:t>
    </dgm:pt>
    <dgm:pt modelId="{E30B71ED-9A13-45A4-B227-614F3FB7448B}">
      <dgm:prSet/>
      <dgm:spPr/>
      <dgm:t>
        <a:bodyPr/>
        <a:lstStyle/>
        <a:p>
          <a:r>
            <a:rPr lang="en-IN"/>
            <a:t>Clean and format the data from both database and CSV files to ensure consistency and compatibility.</a:t>
          </a:r>
        </a:p>
      </dgm:t>
    </dgm:pt>
    <dgm:pt modelId="{E3F5F30A-D373-4153-A6A3-320FAB2325B0}" type="parTrans" cxnId="{E9E78913-44F0-4A19-BE9E-FCF10AD6A855}">
      <dgm:prSet/>
      <dgm:spPr/>
      <dgm:t>
        <a:bodyPr/>
        <a:lstStyle/>
        <a:p>
          <a:endParaRPr lang="en-IN"/>
        </a:p>
      </dgm:t>
    </dgm:pt>
    <dgm:pt modelId="{DB24A04E-B92A-4E37-B287-4EA7ACFA933B}" type="sibTrans" cxnId="{E9E78913-44F0-4A19-BE9E-FCF10AD6A855}">
      <dgm:prSet/>
      <dgm:spPr/>
      <dgm:t>
        <a:bodyPr/>
        <a:lstStyle/>
        <a:p>
          <a:endParaRPr lang="en-IN"/>
        </a:p>
      </dgm:t>
    </dgm:pt>
    <dgm:pt modelId="{97BAF9B1-9C50-4187-A397-E6BFDC8E92FA}">
      <dgm:prSet/>
      <dgm:spPr/>
      <dgm:t>
        <a:bodyPr/>
        <a:lstStyle/>
        <a:p>
          <a:r>
            <a:rPr lang="en-IN" b="1"/>
            <a:t>Load Data into Data Warehouse</a:t>
          </a:r>
          <a:endParaRPr lang="en-IN"/>
        </a:p>
      </dgm:t>
    </dgm:pt>
    <dgm:pt modelId="{208218F4-1E47-4D61-82F2-9E1049D79B8E}" type="parTrans" cxnId="{A5898726-35AF-44ED-BFAB-8527C0A87DE5}">
      <dgm:prSet/>
      <dgm:spPr/>
      <dgm:t>
        <a:bodyPr/>
        <a:lstStyle/>
        <a:p>
          <a:endParaRPr lang="en-IN"/>
        </a:p>
      </dgm:t>
    </dgm:pt>
    <dgm:pt modelId="{D94F4A4B-9CA4-47DD-A33D-B2DAA07DC1A0}" type="sibTrans" cxnId="{A5898726-35AF-44ED-BFAB-8527C0A87DE5}">
      <dgm:prSet/>
      <dgm:spPr/>
      <dgm:t>
        <a:bodyPr/>
        <a:lstStyle/>
        <a:p>
          <a:endParaRPr lang="en-IN"/>
        </a:p>
      </dgm:t>
    </dgm:pt>
    <dgm:pt modelId="{07337713-1066-4A4A-A2EC-55139E881C1D}">
      <dgm:prSet/>
      <dgm:spPr/>
      <dgm:t>
        <a:bodyPr/>
        <a:lstStyle/>
        <a:p>
          <a:r>
            <a:rPr lang="en-IN"/>
            <a:t>Import the prepared data into the data warehouse or integration platform for analysis and reporting.</a:t>
          </a:r>
        </a:p>
      </dgm:t>
    </dgm:pt>
    <dgm:pt modelId="{9C1A9E51-028C-42CF-BB49-B7C4BE9BFDF8}" type="parTrans" cxnId="{241EA5AC-3A60-4DF9-B08B-506B4EF22C2D}">
      <dgm:prSet/>
      <dgm:spPr/>
      <dgm:t>
        <a:bodyPr/>
        <a:lstStyle/>
        <a:p>
          <a:endParaRPr lang="en-IN"/>
        </a:p>
      </dgm:t>
    </dgm:pt>
    <dgm:pt modelId="{8C54168C-2858-4676-8DB0-A8D8B4FE1E84}" type="sibTrans" cxnId="{241EA5AC-3A60-4DF9-B08B-506B4EF22C2D}">
      <dgm:prSet/>
      <dgm:spPr/>
      <dgm:t>
        <a:bodyPr/>
        <a:lstStyle/>
        <a:p>
          <a:endParaRPr lang="en-IN"/>
        </a:p>
      </dgm:t>
    </dgm:pt>
    <dgm:pt modelId="{AD00363D-B71E-4448-90D4-5679D8A3F57F}" type="pres">
      <dgm:prSet presAssocID="{B9D6C623-8FB2-4961-B507-583B735C764B}" presName="Name0" presStyleCnt="0">
        <dgm:presLayoutVars>
          <dgm:dir/>
          <dgm:animLvl val="lvl"/>
          <dgm:resizeHandles val="exact"/>
        </dgm:presLayoutVars>
      </dgm:prSet>
      <dgm:spPr/>
    </dgm:pt>
    <dgm:pt modelId="{3F2C0FCD-226F-4D6E-9246-9D64374F4C7D}" type="pres">
      <dgm:prSet presAssocID="{58BA9CE9-E1F5-4D9C-BA93-B12C0A9F0F9C}" presName="composite" presStyleCnt="0"/>
      <dgm:spPr/>
    </dgm:pt>
    <dgm:pt modelId="{EC0210DC-C6B7-4BB0-A074-6D41F7F2701A}" type="pres">
      <dgm:prSet presAssocID="{58BA9CE9-E1F5-4D9C-BA93-B12C0A9F0F9C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BFF21A5-2865-4242-BC91-B60D3E32B8B5}" type="pres">
      <dgm:prSet presAssocID="{58BA9CE9-E1F5-4D9C-BA93-B12C0A9F0F9C}" presName="desTx" presStyleLbl="revTx" presStyleIdx="0" presStyleCnt="5">
        <dgm:presLayoutVars>
          <dgm:bulletEnabled val="1"/>
        </dgm:presLayoutVars>
      </dgm:prSet>
      <dgm:spPr/>
    </dgm:pt>
    <dgm:pt modelId="{683BAA3F-2105-43DE-8DFF-0D3F002EC634}" type="pres">
      <dgm:prSet presAssocID="{462A0732-D146-4283-A38D-851452B39FDE}" presName="space" presStyleCnt="0"/>
      <dgm:spPr/>
    </dgm:pt>
    <dgm:pt modelId="{DD8E5F5B-49B1-4CB2-8CBE-5D9DF988DF6B}" type="pres">
      <dgm:prSet presAssocID="{16042B7A-B641-4C1B-A541-CBF37E86A52D}" presName="composite" presStyleCnt="0"/>
      <dgm:spPr/>
    </dgm:pt>
    <dgm:pt modelId="{F32A886F-229D-4245-B51D-04D53904482E}" type="pres">
      <dgm:prSet presAssocID="{16042B7A-B641-4C1B-A541-CBF37E86A52D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B411475-E688-4EC6-80C3-67557311F55A}" type="pres">
      <dgm:prSet presAssocID="{16042B7A-B641-4C1B-A541-CBF37E86A52D}" presName="desTx" presStyleLbl="revTx" presStyleIdx="1" presStyleCnt="5">
        <dgm:presLayoutVars>
          <dgm:bulletEnabled val="1"/>
        </dgm:presLayoutVars>
      </dgm:prSet>
      <dgm:spPr/>
    </dgm:pt>
    <dgm:pt modelId="{A7859ADC-5211-4E29-9F03-BF9506081EF5}" type="pres">
      <dgm:prSet presAssocID="{E96F2C91-3882-40D1-BAB4-E5EC3021EDAF}" presName="space" presStyleCnt="0"/>
      <dgm:spPr/>
    </dgm:pt>
    <dgm:pt modelId="{6A6495B0-F6E8-4AC5-B063-674A50FCA4FD}" type="pres">
      <dgm:prSet presAssocID="{15173D6A-3379-46D2-B642-2E2951590898}" presName="composite" presStyleCnt="0"/>
      <dgm:spPr/>
    </dgm:pt>
    <dgm:pt modelId="{C38DB710-AFF6-47C8-935D-F890419B790D}" type="pres">
      <dgm:prSet presAssocID="{15173D6A-3379-46D2-B642-2E2951590898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2C6C611E-7977-486D-89C6-C6F5FE86838B}" type="pres">
      <dgm:prSet presAssocID="{15173D6A-3379-46D2-B642-2E2951590898}" presName="desTx" presStyleLbl="revTx" presStyleIdx="2" presStyleCnt="5">
        <dgm:presLayoutVars>
          <dgm:bulletEnabled val="1"/>
        </dgm:presLayoutVars>
      </dgm:prSet>
      <dgm:spPr/>
    </dgm:pt>
    <dgm:pt modelId="{CF4615DA-7646-45AB-94B4-74A12E2148DC}" type="pres">
      <dgm:prSet presAssocID="{D030102D-5801-48FE-BCAA-275F5F3C1068}" presName="space" presStyleCnt="0"/>
      <dgm:spPr/>
    </dgm:pt>
    <dgm:pt modelId="{0076D8D8-4C5B-463D-8CB6-721324D2E4A5}" type="pres">
      <dgm:prSet presAssocID="{4B531590-8400-4F81-A45B-F5AAEC2F0F55}" presName="composite" presStyleCnt="0"/>
      <dgm:spPr/>
    </dgm:pt>
    <dgm:pt modelId="{B6700E75-B045-4572-8C2A-803E4FF90D51}" type="pres">
      <dgm:prSet presAssocID="{4B531590-8400-4F81-A45B-F5AAEC2F0F55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7770F32-9600-4B29-A09A-129AFF39799A}" type="pres">
      <dgm:prSet presAssocID="{4B531590-8400-4F81-A45B-F5AAEC2F0F55}" presName="desTx" presStyleLbl="revTx" presStyleIdx="3" presStyleCnt="5">
        <dgm:presLayoutVars>
          <dgm:bulletEnabled val="1"/>
        </dgm:presLayoutVars>
      </dgm:prSet>
      <dgm:spPr/>
    </dgm:pt>
    <dgm:pt modelId="{1EF121A0-28A1-403D-988D-5E1D1FC3D25E}" type="pres">
      <dgm:prSet presAssocID="{8D077012-1DDF-4B07-83A2-842880A53B2E}" presName="space" presStyleCnt="0"/>
      <dgm:spPr/>
    </dgm:pt>
    <dgm:pt modelId="{74651245-12C2-4221-BD54-4362477D32CA}" type="pres">
      <dgm:prSet presAssocID="{97BAF9B1-9C50-4187-A397-E6BFDC8E92FA}" presName="composite" presStyleCnt="0"/>
      <dgm:spPr/>
    </dgm:pt>
    <dgm:pt modelId="{75FFA155-444D-498C-8C8C-9604AF877B17}" type="pres">
      <dgm:prSet presAssocID="{97BAF9B1-9C50-4187-A397-E6BFDC8E92FA}" presName="par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47011EFD-A430-400A-8779-56D0741D728E}" type="pres">
      <dgm:prSet presAssocID="{97BAF9B1-9C50-4187-A397-E6BFDC8E92FA}" presName="desTx" presStyleLbl="revTx" presStyleIdx="4" presStyleCnt="5">
        <dgm:presLayoutVars>
          <dgm:bulletEnabled val="1"/>
        </dgm:presLayoutVars>
      </dgm:prSet>
      <dgm:spPr/>
    </dgm:pt>
  </dgm:ptLst>
  <dgm:cxnLst>
    <dgm:cxn modelId="{54F48010-62CD-4E14-9B29-C13E7E444AF9}" type="presOf" srcId="{4B531590-8400-4F81-A45B-F5AAEC2F0F55}" destId="{B6700E75-B045-4572-8C2A-803E4FF90D51}" srcOrd="0" destOrd="0" presId="urn:microsoft.com/office/officeart/2005/8/layout/chevron1"/>
    <dgm:cxn modelId="{E9E78913-44F0-4A19-BE9E-FCF10AD6A855}" srcId="{4B531590-8400-4F81-A45B-F5AAEC2F0F55}" destId="{E30B71ED-9A13-45A4-B227-614F3FB7448B}" srcOrd="0" destOrd="0" parTransId="{E3F5F30A-D373-4153-A6A3-320FAB2325B0}" sibTransId="{DB24A04E-B92A-4E37-B287-4EA7ACFA933B}"/>
    <dgm:cxn modelId="{13B86E17-9AC7-442E-A80C-0AB9D1C1A46D}" type="presOf" srcId="{14DC6910-A829-4025-B8AD-FD49F228A56B}" destId="{2C6C611E-7977-486D-89C6-C6F5FE86838B}" srcOrd="0" destOrd="0" presId="urn:microsoft.com/office/officeart/2005/8/layout/chevron1"/>
    <dgm:cxn modelId="{A5898726-35AF-44ED-BFAB-8527C0A87DE5}" srcId="{B9D6C623-8FB2-4961-B507-583B735C764B}" destId="{97BAF9B1-9C50-4187-A397-E6BFDC8E92FA}" srcOrd="4" destOrd="0" parTransId="{208218F4-1E47-4D61-82F2-9E1049D79B8E}" sibTransId="{D94F4A4B-9CA4-47DD-A33D-B2DAA07DC1A0}"/>
    <dgm:cxn modelId="{522A7E30-AEB8-4632-B204-0A0EBE72776D}" srcId="{16042B7A-B641-4C1B-A541-CBF37E86A52D}" destId="{ECB2377E-027C-42C1-8B54-CCD4BA079077}" srcOrd="0" destOrd="0" parTransId="{76B0C171-1DEB-4076-9E46-182CAD6AA257}" sibTransId="{FE696D90-281C-416E-97C0-86FD0FCB330A}"/>
    <dgm:cxn modelId="{2EAF0F35-1AF8-406C-8E2E-64258DDA33E0}" type="presOf" srcId="{07337713-1066-4A4A-A2EC-55139E881C1D}" destId="{47011EFD-A430-400A-8779-56D0741D728E}" srcOrd="0" destOrd="0" presId="urn:microsoft.com/office/officeart/2005/8/layout/chevron1"/>
    <dgm:cxn modelId="{7DD1C638-0E15-404E-B31D-22C155DAF9AB}" srcId="{15173D6A-3379-46D2-B642-2E2951590898}" destId="{14DC6910-A829-4025-B8AD-FD49F228A56B}" srcOrd="0" destOrd="0" parTransId="{0A0D0D76-EBAC-4948-A53B-2FFACBFB082F}" sibTransId="{819579F0-38AA-4DD5-818D-519C9FDDAF07}"/>
    <dgm:cxn modelId="{786B0A3A-04C2-4579-9BB9-59A0E7E1F80A}" srcId="{58BA9CE9-E1F5-4D9C-BA93-B12C0A9F0F9C}" destId="{6C571572-4E58-44E7-B9FA-D98212810444}" srcOrd="0" destOrd="0" parTransId="{59C37444-CF48-4DA4-AFC8-4DA19946F8AF}" sibTransId="{1FE42045-4230-4704-93A2-126210BD6BE9}"/>
    <dgm:cxn modelId="{EB6BF25C-BAA6-41A9-9DC3-B5E4FD3C0A78}" srcId="{B9D6C623-8FB2-4961-B507-583B735C764B}" destId="{15173D6A-3379-46D2-B642-2E2951590898}" srcOrd="2" destOrd="0" parTransId="{118FAFC3-4F82-43EA-A05D-F1083869DD72}" sibTransId="{D030102D-5801-48FE-BCAA-275F5F3C1068}"/>
    <dgm:cxn modelId="{9371085D-5295-4013-A2BC-EE3048AF507C}" srcId="{B9D6C623-8FB2-4961-B507-583B735C764B}" destId="{58BA9CE9-E1F5-4D9C-BA93-B12C0A9F0F9C}" srcOrd="0" destOrd="0" parTransId="{365ADC5E-256B-4580-B291-FBF785643B28}" sibTransId="{462A0732-D146-4283-A38D-851452B39FDE}"/>
    <dgm:cxn modelId="{E8FD8466-EA0F-41CD-80D4-CCDDFA1224A4}" srcId="{B9D6C623-8FB2-4961-B507-583B735C764B}" destId="{16042B7A-B641-4C1B-A541-CBF37E86A52D}" srcOrd="1" destOrd="0" parTransId="{D7BD78D7-6E85-4496-9BC5-9B1D3D0175C2}" sibTransId="{E96F2C91-3882-40D1-BAB4-E5EC3021EDAF}"/>
    <dgm:cxn modelId="{BF0B374F-564B-4D6C-914E-B6EC74789231}" type="presOf" srcId="{15173D6A-3379-46D2-B642-2E2951590898}" destId="{C38DB710-AFF6-47C8-935D-F890419B790D}" srcOrd="0" destOrd="0" presId="urn:microsoft.com/office/officeart/2005/8/layout/chevron1"/>
    <dgm:cxn modelId="{D9D8BDA3-2479-494A-A02B-DD1E8485B91C}" type="presOf" srcId="{97BAF9B1-9C50-4187-A397-E6BFDC8E92FA}" destId="{75FFA155-444D-498C-8C8C-9604AF877B17}" srcOrd="0" destOrd="0" presId="urn:microsoft.com/office/officeart/2005/8/layout/chevron1"/>
    <dgm:cxn modelId="{6BAC61A5-A5E1-4ADA-8C64-F6367DABA87C}" type="presOf" srcId="{B9D6C623-8FB2-4961-B507-583B735C764B}" destId="{AD00363D-B71E-4448-90D4-5679D8A3F57F}" srcOrd="0" destOrd="0" presId="urn:microsoft.com/office/officeart/2005/8/layout/chevron1"/>
    <dgm:cxn modelId="{241EA5AC-3A60-4DF9-B08B-506B4EF22C2D}" srcId="{97BAF9B1-9C50-4187-A397-E6BFDC8E92FA}" destId="{07337713-1066-4A4A-A2EC-55139E881C1D}" srcOrd="0" destOrd="0" parTransId="{9C1A9E51-028C-42CF-BB49-B7C4BE9BFDF8}" sibTransId="{8C54168C-2858-4676-8DB0-A8D8B4FE1E84}"/>
    <dgm:cxn modelId="{955CD5B1-495B-4203-B969-A067AECBC0A2}" type="presOf" srcId="{58BA9CE9-E1F5-4D9C-BA93-B12C0A9F0F9C}" destId="{EC0210DC-C6B7-4BB0-A074-6D41F7F2701A}" srcOrd="0" destOrd="0" presId="urn:microsoft.com/office/officeart/2005/8/layout/chevron1"/>
    <dgm:cxn modelId="{4E3E87B4-0317-4301-9F08-9032CBC9FB73}" type="presOf" srcId="{ECB2377E-027C-42C1-8B54-CCD4BA079077}" destId="{3B411475-E688-4EC6-80C3-67557311F55A}" srcOrd="0" destOrd="0" presId="urn:microsoft.com/office/officeart/2005/8/layout/chevron1"/>
    <dgm:cxn modelId="{AA2F0FBF-8E5B-4F16-A5FF-68A80B260550}" type="presOf" srcId="{E30B71ED-9A13-45A4-B227-614F3FB7448B}" destId="{37770F32-9600-4B29-A09A-129AFF39799A}" srcOrd="0" destOrd="0" presId="urn:microsoft.com/office/officeart/2005/8/layout/chevron1"/>
    <dgm:cxn modelId="{8086EDCF-CCA3-42F6-854A-FEE6F0A8E163}" type="presOf" srcId="{6C571572-4E58-44E7-B9FA-D98212810444}" destId="{CBFF21A5-2865-4242-BC91-B60D3E32B8B5}" srcOrd="0" destOrd="0" presId="urn:microsoft.com/office/officeart/2005/8/layout/chevron1"/>
    <dgm:cxn modelId="{233D13ED-C0C9-461A-916A-45A68F624752}" srcId="{B9D6C623-8FB2-4961-B507-583B735C764B}" destId="{4B531590-8400-4F81-A45B-F5AAEC2F0F55}" srcOrd="3" destOrd="0" parTransId="{70E169FF-E71A-45A5-B6FB-B86F61D337B5}" sibTransId="{8D077012-1DDF-4B07-83A2-842880A53B2E}"/>
    <dgm:cxn modelId="{21D271FF-59B4-4594-AF2C-5B29F17BD6F8}" type="presOf" srcId="{16042B7A-B641-4C1B-A541-CBF37E86A52D}" destId="{F32A886F-229D-4245-B51D-04D53904482E}" srcOrd="0" destOrd="0" presId="urn:microsoft.com/office/officeart/2005/8/layout/chevron1"/>
    <dgm:cxn modelId="{7E20E0CC-C512-44E2-87EA-8A51CC94BD6B}" type="presParOf" srcId="{AD00363D-B71E-4448-90D4-5679D8A3F57F}" destId="{3F2C0FCD-226F-4D6E-9246-9D64374F4C7D}" srcOrd="0" destOrd="0" presId="urn:microsoft.com/office/officeart/2005/8/layout/chevron1"/>
    <dgm:cxn modelId="{BE2714D1-87CE-469A-A2D4-2F5D9D42C2FC}" type="presParOf" srcId="{3F2C0FCD-226F-4D6E-9246-9D64374F4C7D}" destId="{EC0210DC-C6B7-4BB0-A074-6D41F7F2701A}" srcOrd="0" destOrd="0" presId="urn:microsoft.com/office/officeart/2005/8/layout/chevron1"/>
    <dgm:cxn modelId="{8C025A07-5FB8-4A0B-A818-FE2C4F95056F}" type="presParOf" srcId="{3F2C0FCD-226F-4D6E-9246-9D64374F4C7D}" destId="{CBFF21A5-2865-4242-BC91-B60D3E32B8B5}" srcOrd="1" destOrd="0" presId="urn:microsoft.com/office/officeart/2005/8/layout/chevron1"/>
    <dgm:cxn modelId="{0BB1456E-1592-4831-96E1-B423FB10EF0B}" type="presParOf" srcId="{AD00363D-B71E-4448-90D4-5679D8A3F57F}" destId="{683BAA3F-2105-43DE-8DFF-0D3F002EC634}" srcOrd="1" destOrd="0" presId="urn:microsoft.com/office/officeart/2005/8/layout/chevron1"/>
    <dgm:cxn modelId="{3D8E72DE-BD71-4F98-A33C-A221D5F8C21B}" type="presParOf" srcId="{AD00363D-B71E-4448-90D4-5679D8A3F57F}" destId="{DD8E5F5B-49B1-4CB2-8CBE-5D9DF988DF6B}" srcOrd="2" destOrd="0" presId="urn:microsoft.com/office/officeart/2005/8/layout/chevron1"/>
    <dgm:cxn modelId="{E2FB720C-43F1-46CB-9C65-FCFFA53BDED2}" type="presParOf" srcId="{DD8E5F5B-49B1-4CB2-8CBE-5D9DF988DF6B}" destId="{F32A886F-229D-4245-B51D-04D53904482E}" srcOrd="0" destOrd="0" presId="urn:microsoft.com/office/officeart/2005/8/layout/chevron1"/>
    <dgm:cxn modelId="{0118EDE3-132C-4B70-99A4-0AAA5EDDCFF8}" type="presParOf" srcId="{DD8E5F5B-49B1-4CB2-8CBE-5D9DF988DF6B}" destId="{3B411475-E688-4EC6-80C3-67557311F55A}" srcOrd="1" destOrd="0" presId="urn:microsoft.com/office/officeart/2005/8/layout/chevron1"/>
    <dgm:cxn modelId="{6092982B-AEF2-4693-8399-F3AFACFCA9D8}" type="presParOf" srcId="{AD00363D-B71E-4448-90D4-5679D8A3F57F}" destId="{A7859ADC-5211-4E29-9F03-BF9506081EF5}" srcOrd="3" destOrd="0" presId="urn:microsoft.com/office/officeart/2005/8/layout/chevron1"/>
    <dgm:cxn modelId="{93ADFBDF-4884-4BDF-8603-EFA4FD068619}" type="presParOf" srcId="{AD00363D-B71E-4448-90D4-5679D8A3F57F}" destId="{6A6495B0-F6E8-4AC5-B063-674A50FCA4FD}" srcOrd="4" destOrd="0" presId="urn:microsoft.com/office/officeart/2005/8/layout/chevron1"/>
    <dgm:cxn modelId="{9E843BED-24FE-4A33-B873-8DDB2C4EA23C}" type="presParOf" srcId="{6A6495B0-F6E8-4AC5-B063-674A50FCA4FD}" destId="{C38DB710-AFF6-47C8-935D-F890419B790D}" srcOrd="0" destOrd="0" presId="urn:microsoft.com/office/officeart/2005/8/layout/chevron1"/>
    <dgm:cxn modelId="{7204CF01-9435-4B49-9082-A479ADC1D66D}" type="presParOf" srcId="{6A6495B0-F6E8-4AC5-B063-674A50FCA4FD}" destId="{2C6C611E-7977-486D-89C6-C6F5FE86838B}" srcOrd="1" destOrd="0" presId="urn:microsoft.com/office/officeart/2005/8/layout/chevron1"/>
    <dgm:cxn modelId="{66AD5A64-E5A9-4631-B959-16EE8D193734}" type="presParOf" srcId="{AD00363D-B71E-4448-90D4-5679D8A3F57F}" destId="{CF4615DA-7646-45AB-94B4-74A12E2148DC}" srcOrd="5" destOrd="0" presId="urn:microsoft.com/office/officeart/2005/8/layout/chevron1"/>
    <dgm:cxn modelId="{AE5FF230-02EF-495D-9286-89E8BB505488}" type="presParOf" srcId="{AD00363D-B71E-4448-90D4-5679D8A3F57F}" destId="{0076D8D8-4C5B-463D-8CB6-721324D2E4A5}" srcOrd="6" destOrd="0" presId="urn:microsoft.com/office/officeart/2005/8/layout/chevron1"/>
    <dgm:cxn modelId="{8981D7BB-F6F6-4ECC-9C66-CA75A8A86F0F}" type="presParOf" srcId="{0076D8D8-4C5B-463D-8CB6-721324D2E4A5}" destId="{B6700E75-B045-4572-8C2A-803E4FF90D51}" srcOrd="0" destOrd="0" presId="urn:microsoft.com/office/officeart/2005/8/layout/chevron1"/>
    <dgm:cxn modelId="{9D5C7F38-1842-4A1A-9720-48C2BC43DC83}" type="presParOf" srcId="{0076D8D8-4C5B-463D-8CB6-721324D2E4A5}" destId="{37770F32-9600-4B29-A09A-129AFF39799A}" srcOrd="1" destOrd="0" presId="urn:microsoft.com/office/officeart/2005/8/layout/chevron1"/>
    <dgm:cxn modelId="{FA9AC39A-697E-46CC-B5B9-64CBEE99280F}" type="presParOf" srcId="{AD00363D-B71E-4448-90D4-5679D8A3F57F}" destId="{1EF121A0-28A1-403D-988D-5E1D1FC3D25E}" srcOrd="7" destOrd="0" presId="urn:microsoft.com/office/officeart/2005/8/layout/chevron1"/>
    <dgm:cxn modelId="{4CA3A5DA-BB2D-4A2F-866B-4C190F29919F}" type="presParOf" srcId="{AD00363D-B71E-4448-90D4-5679D8A3F57F}" destId="{74651245-12C2-4221-BD54-4362477D32CA}" srcOrd="8" destOrd="0" presId="urn:microsoft.com/office/officeart/2005/8/layout/chevron1"/>
    <dgm:cxn modelId="{D0D39367-44E9-4DE9-84D3-29C52E959B2C}" type="presParOf" srcId="{74651245-12C2-4221-BD54-4362477D32CA}" destId="{75FFA155-444D-498C-8C8C-9604AF877B17}" srcOrd="0" destOrd="0" presId="urn:microsoft.com/office/officeart/2005/8/layout/chevron1"/>
    <dgm:cxn modelId="{7CEDD2E1-91EA-459F-8920-CEBA4F213156}" type="presParOf" srcId="{74651245-12C2-4221-BD54-4362477D32CA}" destId="{47011EFD-A430-400A-8779-56D0741D728E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557DDC-E948-414B-96E1-F690D3AF74F8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097C523-AEC7-4388-BFB5-196E26474433}">
      <dgm:prSet/>
      <dgm:spPr/>
      <dgm:t>
        <a:bodyPr/>
        <a:lstStyle/>
        <a:p>
          <a:r>
            <a:rPr lang="en-IN" b="1"/>
            <a:t>Schedule Daily Jobs</a:t>
          </a:r>
          <a:endParaRPr lang="en-IN"/>
        </a:p>
      </dgm:t>
    </dgm:pt>
    <dgm:pt modelId="{E6DCB2CA-AE78-4142-B31E-3B03025BF644}" type="parTrans" cxnId="{EC62B1AD-D6C9-4BEB-8A68-2891B3CEAFC1}">
      <dgm:prSet/>
      <dgm:spPr/>
      <dgm:t>
        <a:bodyPr/>
        <a:lstStyle/>
        <a:p>
          <a:endParaRPr lang="en-IN"/>
        </a:p>
      </dgm:t>
    </dgm:pt>
    <dgm:pt modelId="{E675BE28-B409-455B-AA1C-870E78CE37D0}" type="sibTrans" cxnId="{EC62B1AD-D6C9-4BEB-8A68-2891B3CEAFC1}">
      <dgm:prSet/>
      <dgm:spPr/>
      <dgm:t>
        <a:bodyPr/>
        <a:lstStyle/>
        <a:p>
          <a:endParaRPr lang="en-IN"/>
        </a:p>
      </dgm:t>
    </dgm:pt>
    <dgm:pt modelId="{185DAB09-E3FC-4A42-9994-C43488841AC7}">
      <dgm:prSet/>
      <dgm:spPr/>
      <dgm:t>
        <a:bodyPr/>
        <a:lstStyle/>
        <a:p>
          <a:r>
            <a:rPr lang="en-IN"/>
            <a:t>Configure Airflow to run specific tasks every day at scheduled times.</a:t>
          </a:r>
        </a:p>
      </dgm:t>
    </dgm:pt>
    <dgm:pt modelId="{7CA534E0-318D-48A7-A5DB-7DBE96B98E9E}" type="parTrans" cxnId="{BCDD176B-771F-458E-B166-8477515D172E}">
      <dgm:prSet/>
      <dgm:spPr/>
      <dgm:t>
        <a:bodyPr/>
        <a:lstStyle/>
        <a:p>
          <a:endParaRPr lang="en-IN"/>
        </a:p>
      </dgm:t>
    </dgm:pt>
    <dgm:pt modelId="{D4A9EE5F-BB84-4E4B-8D96-A0B961507B54}" type="sibTrans" cxnId="{BCDD176B-771F-458E-B166-8477515D172E}">
      <dgm:prSet/>
      <dgm:spPr/>
      <dgm:t>
        <a:bodyPr/>
        <a:lstStyle/>
        <a:p>
          <a:endParaRPr lang="en-IN"/>
        </a:p>
      </dgm:t>
    </dgm:pt>
    <dgm:pt modelId="{3A5C35E9-1BD4-4ADC-82CB-F965652D36AA}">
      <dgm:prSet/>
      <dgm:spPr/>
      <dgm:t>
        <a:bodyPr/>
        <a:lstStyle/>
        <a:p>
          <a:r>
            <a:rPr lang="en-IN" b="1" dirty="0"/>
            <a:t>Load Neon</a:t>
          </a:r>
          <a:endParaRPr lang="en-IN" dirty="0"/>
        </a:p>
      </dgm:t>
    </dgm:pt>
    <dgm:pt modelId="{9071CD98-B9E6-4F1C-8415-25EBF6934476}" type="parTrans" cxnId="{2829957F-EDFE-46C5-9840-A2F6D15EF24C}">
      <dgm:prSet/>
      <dgm:spPr/>
      <dgm:t>
        <a:bodyPr/>
        <a:lstStyle/>
        <a:p>
          <a:endParaRPr lang="en-IN"/>
        </a:p>
      </dgm:t>
    </dgm:pt>
    <dgm:pt modelId="{7BCD1C9D-7305-4978-A30B-6B17EA8D16E3}" type="sibTrans" cxnId="{2829957F-EDFE-46C5-9840-A2F6D15EF24C}">
      <dgm:prSet/>
      <dgm:spPr/>
      <dgm:t>
        <a:bodyPr/>
        <a:lstStyle/>
        <a:p>
          <a:endParaRPr lang="en-IN"/>
        </a:p>
      </dgm:t>
    </dgm:pt>
    <dgm:pt modelId="{8258B984-6022-4673-8380-3077F8E5531E}">
      <dgm:prSet/>
      <dgm:spPr/>
      <dgm:t>
        <a:bodyPr/>
        <a:lstStyle/>
        <a:p>
          <a:r>
            <a:rPr lang="en-IN"/>
            <a:t>Execute tasks in Airflow to load data into Neon database as part of the daily process.</a:t>
          </a:r>
        </a:p>
      </dgm:t>
    </dgm:pt>
    <dgm:pt modelId="{696EE8A8-AEB1-44C4-8B74-32A4CF024267}" type="parTrans" cxnId="{0199953F-EF03-4F10-8000-444B0E5CB727}">
      <dgm:prSet/>
      <dgm:spPr/>
      <dgm:t>
        <a:bodyPr/>
        <a:lstStyle/>
        <a:p>
          <a:endParaRPr lang="en-IN"/>
        </a:p>
      </dgm:t>
    </dgm:pt>
    <dgm:pt modelId="{850D052D-C55B-4CEA-8E3E-EE0BF6DBA465}" type="sibTrans" cxnId="{0199953F-EF03-4F10-8000-444B0E5CB727}">
      <dgm:prSet/>
      <dgm:spPr/>
      <dgm:t>
        <a:bodyPr/>
        <a:lstStyle/>
        <a:p>
          <a:endParaRPr lang="en-IN"/>
        </a:p>
      </dgm:t>
    </dgm:pt>
    <dgm:pt modelId="{25DE7CBE-B175-4534-ABB6-E8D621C0450C}">
      <dgm:prSet/>
      <dgm:spPr/>
      <dgm:t>
        <a:bodyPr/>
        <a:lstStyle/>
        <a:p>
          <a:r>
            <a:rPr lang="en-IN" b="1"/>
            <a:t>Load CSVs</a:t>
          </a:r>
          <a:endParaRPr lang="en-IN"/>
        </a:p>
      </dgm:t>
    </dgm:pt>
    <dgm:pt modelId="{EC36F905-0A17-4BEC-84C0-BAA592A0A772}" type="parTrans" cxnId="{23EBCA37-F9E3-4C6F-BCF4-5D1EC1BDD38F}">
      <dgm:prSet/>
      <dgm:spPr/>
      <dgm:t>
        <a:bodyPr/>
        <a:lstStyle/>
        <a:p>
          <a:endParaRPr lang="en-IN"/>
        </a:p>
      </dgm:t>
    </dgm:pt>
    <dgm:pt modelId="{A8DF6D3F-31A0-406B-8063-060455C477E5}" type="sibTrans" cxnId="{23EBCA37-F9E3-4C6F-BCF4-5D1EC1BDD38F}">
      <dgm:prSet/>
      <dgm:spPr/>
      <dgm:t>
        <a:bodyPr/>
        <a:lstStyle/>
        <a:p>
          <a:endParaRPr lang="en-IN"/>
        </a:p>
      </dgm:t>
    </dgm:pt>
    <dgm:pt modelId="{F035A611-C1DA-490E-9543-391E87029CF1}">
      <dgm:prSet/>
      <dgm:spPr/>
      <dgm:t>
        <a:bodyPr/>
        <a:lstStyle/>
        <a:p>
          <a:r>
            <a:rPr lang="en-IN"/>
            <a:t>Import CSV files into the system to update or supplement data.</a:t>
          </a:r>
        </a:p>
      </dgm:t>
    </dgm:pt>
    <dgm:pt modelId="{6A115918-9F8F-46DB-AB4C-B92BE6CE7BEF}" type="parTrans" cxnId="{A212D1F7-B462-4202-907D-1A4ED7DB0A8A}">
      <dgm:prSet/>
      <dgm:spPr/>
      <dgm:t>
        <a:bodyPr/>
        <a:lstStyle/>
        <a:p>
          <a:endParaRPr lang="en-IN"/>
        </a:p>
      </dgm:t>
    </dgm:pt>
    <dgm:pt modelId="{F3500D63-50A2-4C78-A9D4-898CCC263667}" type="sibTrans" cxnId="{A212D1F7-B462-4202-907D-1A4ED7DB0A8A}">
      <dgm:prSet/>
      <dgm:spPr/>
      <dgm:t>
        <a:bodyPr/>
        <a:lstStyle/>
        <a:p>
          <a:endParaRPr lang="en-IN"/>
        </a:p>
      </dgm:t>
    </dgm:pt>
    <dgm:pt modelId="{97B23673-691E-40B0-81D5-762B3F6E2CD3}">
      <dgm:prSet/>
      <dgm:spPr/>
      <dgm:t>
        <a:bodyPr/>
        <a:lstStyle/>
        <a:p>
          <a:r>
            <a:rPr lang="en-IN" b="1"/>
            <a:t>Audit Data</a:t>
          </a:r>
          <a:endParaRPr lang="en-IN"/>
        </a:p>
      </dgm:t>
    </dgm:pt>
    <dgm:pt modelId="{E1955B4A-C4F6-4942-82C5-7E1EC5F23A17}" type="parTrans" cxnId="{331073FE-12F0-44A6-9906-9A4EC097D282}">
      <dgm:prSet/>
      <dgm:spPr/>
      <dgm:t>
        <a:bodyPr/>
        <a:lstStyle/>
        <a:p>
          <a:endParaRPr lang="en-IN"/>
        </a:p>
      </dgm:t>
    </dgm:pt>
    <dgm:pt modelId="{3278E352-5A82-4934-92F4-EE57E47A1090}" type="sibTrans" cxnId="{331073FE-12F0-44A6-9906-9A4EC097D282}">
      <dgm:prSet/>
      <dgm:spPr/>
      <dgm:t>
        <a:bodyPr/>
        <a:lstStyle/>
        <a:p>
          <a:endParaRPr lang="en-IN"/>
        </a:p>
      </dgm:t>
    </dgm:pt>
    <dgm:pt modelId="{8FEDE81D-39AE-44F6-9E6A-CFE6037D14F7}">
      <dgm:prSet/>
      <dgm:spPr/>
      <dgm:t>
        <a:bodyPr/>
        <a:lstStyle/>
        <a:p>
          <a:r>
            <a:rPr lang="en-IN"/>
            <a:t>Perform audits on the data to ensure quality and integrity.</a:t>
          </a:r>
        </a:p>
      </dgm:t>
    </dgm:pt>
    <dgm:pt modelId="{57721327-2E92-4193-BF80-9B066088E63C}" type="parTrans" cxnId="{1A7009BE-BAAD-4578-BDA6-318159B02EBC}">
      <dgm:prSet/>
      <dgm:spPr/>
      <dgm:t>
        <a:bodyPr/>
        <a:lstStyle/>
        <a:p>
          <a:endParaRPr lang="en-IN"/>
        </a:p>
      </dgm:t>
    </dgm:pt>
    <dgm:pt modelId="{4BEFE40E-4F38-479D-B7D1-5659FA468412}" type="sibTrans" cxnId="{1A7009BE-BAAD-4578-BDA6-318159B02EBC}">
      <dgm:prSet/>
      <dgm:spPr/>
      <dgm:t>
        <a:bodyPr/>
        <a:lstStyle/>
        <a:p>
          <a:endParaRPr lang="en-IN"/>
        </a:p>
      </dgm:t>
    </dgm:pt>
    <dgm:pt modelId="{2D4D76C6-890D-4AE8-9CFB-51CF1773B96F}">
      <dgm:prSet/>
      <dgm:spPr/>
      <dgm:t>
        <a:bodyPr/>
        <a:lstStyle/>
        <a:p>
          <a:r>
            <a:rPr lang="en-IN" b="1"/>
            <a:t>Trigger dbt</a:t>
          </a:r>
          <a:endParaRPr lang="en-IN"/>
        </a:p>
      </dgm:t>
    </dgm:pt>
    <dgm:pt modelId="{3A7C8F59-3A23-4AFC-A610-79CDF97A3B1B}" type="parTrans" cxnId="{F2706FB3-B3A0-4AB9-A4C4-3352B5C68A38}">
      <dgm:prSet/>
      <dgm:spPr/>
      <dgm:t>
        <a:bodyPr/>
        <a:lstStyle/>
        <a:p>
          <a:endParaRPr lang="en-IN"/>
        </a:p>
      </dgm:t>
    </dgm:pt>
    <dgm:pt modelId="{937C29F5-AD27-427A-A959-6C21BE7659C6}" type="sibTrans" cxnId="{F2706FB3-B3A0-4AB9-A4C4-3352B5C68A38}">
      <dgm:prSet/>
      <dgm:spPr/>
      <dgm:t>
        <a:bodyPr/>
        <a:lstStyle/>
        <a:p>
          <a:endParaRPr lang="en-IN"/>
        </a:p>
      </dgm:t>
    </dgm:pt>
    <dgm:pt modelId="{D38205D4-E10C-41A4-B67D-885A8AD2AE74}">
      <dgm:prSet/>
      <dgm:spPr/>
      <dgm:t>
        <a:bodyPr/>
        <a:lstStyle/>
        <a:p>
          <a:r>
            <a:rPr lang="en-IN"/>
            <a:t>Activate dbt runs to transform and model the data after loading.</a:t>
          </a:r>
        </a:p>
      </dgm:t>
    </dgm:pt>
    <dgm:pt modelId="{1D8553DF-99B1-453B-9462-479AE4594242}" type="parTrans" cxnId="{00BFDAD0-2A2A-4436-98C9-F099FD2A31F2}">
      <dgm:prSet/>
      <dgm:spPr/>
      <dgm:t>
        <a:bodyPr/>
        <a:lstStyle/>
        <a:p>
          <a:endParaRPr lang="en-IN"/>
        </a:p>
      </dgm:t>
    </dgm:pt>
    <dgm:pt modelId="{9B96314C-C2D2-4203-A38C-080253BEA89E}" type="sibTrans" cxnId="{00BFDAD0-2A2A-4436-98C9-F099FD2A31F2}">
      <dgm:prSet/>
      <dgm:spPr/>
      <dgm:t>
        <a:bodyPr/>
        <a:lstStyle/>
        <a:p>
          <a:endParaRPr lang="en-IN"/>
        </a:p>
      </dgm:t>
    </dgm:pt>
    <dgm:pt modelId="{B108BE4F-8787-4529-A5E6-135AF0607108}" type="pres">
      <dgm:prSet presAssocID="{A0557DDC-E948-414B-96E1-F690D3AF74F8}" presName="Name0" presStyleCnt="0">
        <dgm:presLayoutVars>
          <dgm:dir/>
          <dgm:animLvl val="lvl"/>
          <dgm:resizeHandles val="exact"/>
        </dgm:presLayoutVars>
      </dgm:prSet>
      <dgm:spPr/>
    </dgm:pt>
    <dgm:pt modelId="{9F60148D-FC02-4BDE-9E1D-E6A5C2184C7A}" type="pres">
      <dgm:prSet presAssocID="{B097C523-AEC7-4388-BFB5-196E26474433}" presName="composite" presStyleCnt="0"/>
      <dgm:spPr/>
    </dgm:pt>
    <dgm:pt modelId="{EE3B0AE6-A37F-4260-A49B-A96A4A92CB2A}" type="pres">
      <dgm:prSet presAssocID="{B097C523-AEC7-4388-BFB5-196E26474433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0FD418C-D8C2-4B18-822C-705F218CE8BB}" type="pres">
      <dgm:prSet presAssocID="{B097C523-AEC7-4388-BFB5-196E26474433}" presName="desTx" presStyleLbl="revTx" presStyleIdx="0" presStyleCnt="5">
        <dgm:presLayoutVars>
          <dgm:bulletEnabled val="1"/>
        </dgm:presLayoutVars>
      </dgm:prSet>
      <dgm:spPr/>
    </dgm:pt>
    <dgm:pt modelId="{A47DF1B5-7D4A-417A-AD83-023DB7C4A395}" type="pres">
      <dgm:prSet presAssocID="{E675BE28-B409-455B-AA1C-870E78CE37D0}" presName="space" presStyleCnt="0"/>
      <dgm:spPr/>
    </dgm:pt>
    <dgm:pt modelId="{7BCA82FD-DAFA-4971-A0A9-E9B629FAECBC}" type="pres">
      <dgm:prSet presAssocID="{3A5C35E9-1BD4-4ADC-82CB-F965652D36AA}" presName="composite" presStyleCnt="0"/>
      <dgm:spPr/>
    </dgm:pt>
    <dgm:pt modelId="{089ED392-2A35-45F1-99ED-46459288044F}" type="pres">
      <dgm:prSet presAssocID="{3A5C35E9-1BD4-4ADC-82CB-F965652D36AA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827C291-D7D6-4ECF-A261-3A95A361EF22}" type="pres">
      <dgm:prSet presAssocID="{3A5C35E9-1BD4-4ADC-82CB-F965652D36AA}" presName="desTx" presStyleLbl="revTx" presStyleIdx="1" presStyleCnt="5">
        <dgm:presLayoutVars>
          <dgm:bulletEnabled val="1"/>
        </dgm:presLayoutVars>
      </dgm:prSet>
      <dgm:spPr/>
    </dgm:pt>
    <dgm:pt modelId="{ADB9D98B-899F-4153-A1D3-01FC394E620A}" type="pres">
      <dgm:prSet presAssocID="{7BCD1C9D-7305-4978-A30B-6B17EA8D16E3}" presName="space" presStyleCnt="0"/>
      <dgm:spPr/>
    </dgm:pt>
    <dgm:pt modelId="{77C9FEC8-9B28-4638-B510-645D52318D04}" type="pres">
      <dgm:prSet presAssocID="{25DE7CBE-B175-4534-ABB6-E8D621C0450C}" presName="composite" presStyleCnt="0"/>
      <dgm:spPr/>
    </dgm:pt>
    <dgm:pt modelId="{D5A43744-AFE8-49DF-ADB0-0F450B6E3028}" type="pres">
      <dgm:prSet presAssocID="{25DE7CBE-B175-4534-ABB6-E8D621C0450C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391077-360D-461E-8705-BD39BC780D3D}" type="pres">
      <dgm:prSet presAssocID="{25DE7CBE-B175-4534-ABB6-E8D621C0450C}" presName="desTx" presStyleLbl="revTx" presStyleIdx="2" presStyleCnt="5">
        <dgm:presLayoutVars>
          <dgm:bulletEnabled val="1"/>
        </dgm:presLayoutVars>
      </dgm:prSet>
      <dgm:spPr/>
    </dgm:pt>
    <dgm:pt modelId="{E3E7F91E-C0DB-467B-99B0-44460C425BF8}" type="pres">
      <dgm:prSet presAssocID="{A8DF6D3F-31A0-406B-8063-060455C477E5}" presName="space" presStyleCnt="0"/>
      <dgm:spPr/>
    </dgm:pt>
    <dgm:pt modelId="{7BCE6090-0B11-460F-B860-CA21264F5D51}" type="pres">
      <dgm:prSet presAssocID="{97B23673-691E-40B0-81D5-762B3F6E2CD3}" presName="composite" presStyleCnt="0"/>
      <dgm:spPr/>
    </dgm:pt>
    <dgm:pt modelId="{6BB81D41-9719-40C5-BC11-765173341227}" type="pres">
      <dgm:prSet presAssocID="{97B23673-691E-40B0-81D5-762B3F6E2CD3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B1656D8F-3823-4A8C-8F31-B3FBD871C71E}" type="pres">
      <dgm:prSet presAssocID="{97B23673-691E-40B0-81D5-762B3F6E2CD3}" presName="desTx" presStyleLbl="revTx" presStyleIdx="3" presStyleCnt="5">
        <dgm:presLayoutVars>
          <dgm:bulletEnabled val="1"/>
        </dgm:presLayoutVars>
      </dgm:prSet>
      <dgm:spPr/>
    </dgm:pt>
    <dgm:pt modelId="{69E6C5A3-04DF-4F6F-90FA-EE4A38C5FD7D}" type="pres">
      <dgm:prSet presAssocID="{3278E352-5A82-4934-92F4-EE57E47A1090}" presName="space" presStyleCnt="0"/>
      <dgm:spPr/>
    </dgm:pt>
    <dgm:pt modelId="{57A1D0E5-627F-479D-B613-1280456B4EE2}" type="pres">
      <dgm:prSet presAssocID="{2D4D76C6-890D-4AE8-9CFB-51CF1773B96F}" presName="composite" presStyleCnt="0"/>
      <dgm:spPr/>
    </dgm:pt>
    <dgm:pt modelId="{4DC4AA1A-C713-4750-AF59-6556299261EA}" type="pres">
      <dgm:prSet presAssocID="{2D4D76C6-890D-4AE8-9CFB-51CF1773B96F}" presName="par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D9E8263E-5457-49AA-A1F4-ED1A6E5561B5}" type="pres">
      <dgm:prSet presAssocID="{2D4D76C6-890D-4AE8-9CFB-51CF1773B96F}" presName="desTx" presStyleLbl="revTx" presStyleIdx="4" presStyleCnt="5">
        <dgm:presLayoutVars>
          <dgm:bulletEnabled val="1"/>
        </dgm:presLayoutVars>
      </dgm:prSet>
      <dgm:spPr/>
    </dgm:pt>
  </dgm:ptLst>
  <dgm:cxnLst>
    <dgm:cxn modelId="{14100B1C-F62E-4345-9D57-B0AB8637F78E}" type="presOf" srcId="{3A5C35E9-1BD4-4ADC-82CB-F965652D36AA}" destId="{089ED392-2A35-45F1-99ED-46459288044F}" srcOrd="0" destOrd="0" presId="urn:microsoft.com/office/officeart/2005/8/layout/chevron1"/>
    <dgm:cxn modelId="{23EBCA37-F9E3-4C6F-BCF4-5D1EC1BDD38F}" srcId="{A0557DDC-E948-414B-96E1-F690D3AF74F8}" destId="{25DE7CBE-B175-4534-ABB6-E8D621C0450C}" srcOrd="2" destOrd="0" parTransId="{EC36F905-0A17-4BEC-84C0-BAA592A0A772}" sibTransId="{A8DF6D3F-31A0-406B-8063-060455C477E5}"/>
    <dgm:cxn modelId="{0199953F-EF03-4F10-8000-444B0E5CB727}" srcId="{3A5C35E9-1BD4-4ADC-82CB-F965652D36AA}" destId="{8258B984-6022-4673-8380-3077F8E5531E}" srcOrd="0" destOrd="0" parTransId="{696EE8A8-AEB1-44C4-8B74-32A4CF024267}" sibTransId="{850D052D-C55B-4CEA-8E3E-EE0BF6DBA465}"/>
    <dgm:cxn modelId="{0A5E1442-16D3-4CB4-B2E1-64AFAD36F29A}" type="presOf" srcId="{25DE7CBE-B175-4534-ABB6-E8D621C0450C}" destId="{D5A43744-AFE8-49DF-ADB0-0F450B6E3028}" srcOrd="0" destOrd="0" presId="urn:microsoft.com/office/officeart/2005/8/layout/chevron1"/>
    <dgm:cxn modelId="{E9CB9C62-937B-43F7-8918-8DE419654437}" type="presOf" srcId="{8FEDE81D-39AE-44F6-9E6A-CFE6037D14F7}" destId="{B1656D8F-3823-4A8C-8F31-B3FBD871C71E}" srcOrd="0" destOrd="0" presId="urn:microsoft.com/office/officeart/2005/8/layout/chevron1"/>
    <dgm:cxn modelId="{BCDD176B-771F-458E-B166-8477515D172E}" srcId="{B097C523-AEC7-4388-BFB5-196E26474433}" destId="{185DAB09-E3FC-4A42-9994-C43488841AC7}" srcOrd="0" destOrd="0" parTransId="{7CA534E0-318D-48A7-A5DB-7DBE96B98E9E}" sibTransId="{D4A9EE5F-BB84-4E4B-8D96-A0B961507B54}"/>
    <dgm:cxn modelId="{3D1F4A52-4999-4606-8300-603347AB38F0}" type="presOf" srcId="{8258B984-6022-4673-8380-3077F8E5531E}" destId="{0827C291-D7D6-4ECF-A261-3A95A361EF22}" srcOrd="0" destOrd="0" presId="urn:microsoft.com/office/officeart/2005/8/layout/chevron1"/>
    <dgm:cxn modelId="{2829957F-EDFE-46C5-9840-A2F6D15EF24C}" srcId="{A0557DDC-E948-414B-96E1-F690D3AF74F8}" destId="{3A5C35E9-1BD4-4ADC-82CB-F965652D36AA}" srcOrd="1" destOrd="0" parTransId="{9071CD98-B9E6-4F1C-8415-25EBF6934476}" sibTransId="{7BCD1C9D-7305-4978-A30B-6B17EA8D16E3}"/>
    <dgm:cxn modelId="{7E4AE37F-FCF3-4D91-A7FB-5E37A1CAF6B9}" type="presOf" srcId="{B097C523-AEC7-4388-BFB5-196E26474433}" destId="{EE3B0AE6-A37F-4260-A49B-A96A4A92CB2A}" srcOrd="0" destOrd="0" presId="urn:microsoft.com/office/officeart/2005/8/layout/chevron1"/>
    <dgm:cxn modelId="{B7C5C193-C67A-428C-9CCE-156C93559868}" type="presOf" srcId="{F035A611-C1DA-490E-9543-391E87029CF1}" destId="{A2391077-360D-461E-8705-BD39BC780D3D}" srcOrd="0" destOrd="0" presId="urn:microsoft.com/office/officeart/2005/8/layout/chevron1"/>
    <dgm:cxn modelId="{EC62B1AD-D6C9-4BEB-8A68-2891B3CEAFC1}" srcId="{A0557DDC-E948-414B-96E1-F690D3AF74F8}" destId="{B097C523-AEC7-4388-BFB5-196E26474433}" srcOrd="0" destOrd="0" parTransId="{E6DCB2CA-AE78-4142-B31E-3B03025BF644}" sibTransId="{E675BE28-B409-455B-AA1C-870E78CE37D0}"/>
    <dgm:cxn modelId="{F2706FB3-B3A0-4AB9-A4C4-3352B5C68A38}" srcId="{A0557DDC-E948-414B-96E1-F690D3AF74F8}" destId="{2D4D76C6-890D-4AE8-9CFB-51CF1773B96F}" srcOrd="4" destOrd="0" parTransId="{3A7C8F59-3A23-4AFC-A610-79CDF97A3B1B}" sibTransId="{937C29F5-AD27-427A-A959-6C21BE7659C6}"/>
    <dgm:cxn modelId="{1A7009BE-BAAD-4578-BDA6-318159B02EBC}" srcId="{97B23673-691E-40B0-81D5-762B3F6E2CD3}" destId="{8FEDE81D-39AE-44F6-9E6A-CFE6037D14F7}" srcOrd="0" destOrd="0" parTransId="{57721327-2E92-4193-BF80-9B066088E63C}" sibTransId="{4BEFE40E-4F38-479D-B7D1-5659FA468412}"/>
    <dgm:cxn modelId="{5E7389BF-0100-45BC-B7DA-7151789021E3}" type="presOf" srcId="{185DAB09-E3FC-4A42-9994-C43488841AC7}" destId="{40FD418C-D8C2-4B18-822C-705F218CE8BB}" srcOrd="0" destOrd="0" presId="urn:microsoft.com/office/officeart/2005/8/layout/chevron1"/>
    <dgm:cxn modelId="{71BFE7C2-0C68-4539-941E-A4FBC669F42A}" type="presOf" srcId="{A0557DDC-E948-414B-96E1-F690D3AF74F8}" destId="{B108BE4F-8787-4529-A5E6-135AF0607108}" srcOrd="0" destOrd="0" presId="urn:microsoft.com/office/officeart/2005/8/layout/chevron1"/>
    <dgm:cxn modelId="{00BFDAD0-2A2A-4436-98C9-F099FD2A31F2}" srcId="{2D4D76C6-890D-4AE8-9CFB-51CF1773B96F}" destId="{D38205D4-E10C-41A4-B67D-885A8AD2AE74}" srcOrd="0" destOrd="0" parTransId="{1D8553DF-99B1-453B-9462-479AE4594242}" sibTransId="{9B96314C-C2D2-4203-A38C-080253BEA89E}"/>
    <dgm:cxn modelId="{CE7C8DDC-7970-4424-802F-7BDCF9E17D88}" type="presOf" srcId="{D38205D4-E10C-41A4-B67D-885A8AD2AE74}" destId="{D9E8263E-5457-49AA-A1F4-ED1A6E5561B5}" srcOrd="0" destOrd="0" presId="urn:microsoft.com/office/officeart/2005/8/layout/chevron1"/>
    <dgm:cxn modelId="{6D7FB7DD-FEAF-466F-8F2A-6844E5DA88C0}" type="presOf" srcId="{2D4D76C6-890D-4AE8-9CFB-51CF1773B96F}" destId="{4DC4AA1A-C713-4750-AF59-6556299261EA}" srcOrd="0" destOrd="0" presId="urn:microsoft.com/office/officeart/2005/8/layout/chevron1"/>
    <dgm:cxn modelId="{55C279E7-F178-4737-8BEC-B502D5E63115}" type="presOf" srcId="{97B23673-691E-40B0-81D5-762B3F6E2CD3}" destId="{6BB81D41-9719-40C5-BC11-765173341227}" srcOrd="0" destOrd="0" presId="urn:microsoft.com/office/officeart/2005/8/layout/chevron1"/>
    <dgm:cxn modelId="{A212D1F7-B462-4202-907D-1A4ED7DB0A8A}" srcId="{25DE7CBE-B175-4534-ABB6-E8D621C0450C}" destId="{F035A611-C1DA-490E-9543-391E87029CF1}" srcOrd="0" destOrd="0" parTransId="{6A115918-9F8F-46DB-AB4C-B92BE6CE7BEF}" sibTransId="{F3500D63-50A2-4C78-A9D4-898CCC263667}"/>
    <dgm:cxn modelId="{331073FE-12F0-44A6-9906-9A4EC097D282}" srcId="{A0557DDC-E948-414B-96E1-F690D3AF74F8}" destId="{97B23673-691E-40B0-81D5-762B3F6E2CD3}" srcOrd="3" destOrd="0" parTransId="{E1955B4A-C4F6-4942-82C5-7E1EC5F23A17}" sibTransId="{3278E352-5A82-4934-92F4-EE57E47A1090}"/>
    <dgm:cxn modelId="{C873B625-33A5-4085-885E-F84CF78EAAEE}" type="presParOf" srcId="{B108BE4F-8787-4529-A5E6-135AF0607108}" destId="{9F60148D-FC02-4BDE-9E1D-E6A5C2184C7A}" srcOrd="0" destOrd="0" presId="urn:microsoft.com/office/officeart/2005/8/layout/chevron1"/>
    <dgm:cxn modelId="{784A9AEA-AD64-4EE8-8E82-BFE92508B11A}" type="presParOf" srcId="{9F60148D-FC02-4BDE-9E1D-E6A5C2184C7A}" destId="{EE3B0AE6-A37F-4260-A49B-A96A4A92CB2A}" srcOrd="0" destOrd="0" presId="urn:microsoft.com/office/officeart/2005/8/layout/chevron1"/>
    <dgm:cxn modelId="{E577BE20-AA5B-46CC-8458-A38567AC462E}" type="presParOf" srcId="{9F60148D-FC02-4BDE-9E1D-E6A5C2184C7A}" destId="{40FD418C-D8C2-4B18-822C-705F218CE8BB}" srcOrd="1" destOrd="0" presId="urn:microsoft.com/office/officeart/2005/8/layout/chevron1"/>
    <dgm:cxn modelId="{5CB1F8EB-FEB0-4B5B-9113-AA0A2433D009}" type="presParOf" srcId="{B108BE4F-8787-4529-A5E6-135AF0607108}" destId="{A47DF1B5-7D4A-417A-AD83-023DB7C4A395}" srcOrd="1" destOrd="0" presId="urn:microsoft.com/office/officeart/2005/8/layout/chevron1"/>
    <dgm:cxn modelId="{CC59C6A3-BDA6-4725-96FA-DD2ECE437BDD}" type="presParOf" srcId="{B108BE4F-8787-4529-A5E6-135AF0607108}" destId="{7BCA82FD-DAFA-4971-A0A9-E9B629FAECBC}" srcOrd="2" destOrd="0" presId="urn:microsoft.com/office/officeart/2005/8/layout/chevron1"/>
    <dgm:cxn modelId="{B303CD2B-C212-442B-A434-D598386E6152}" type="presParOf" srcId="{7BCA82FD-DAFA-4971-A0A9-E9B629FAECBC}" destId="{089ED392-2A35-45F1-99ED-46459288044F}" srcOrd="0" destOrd="0" presId="urn:microsoft.com/office/officeart/2005/8/layout/chevron1"/>
    <dgm:cxn modelId="{46F14FF1-1A32-42A3-AEDF-ED8B7F699F41}" type="presParOf" srcId="{7BCA82FD-DAFA-4971-A0A9-E9B629FAECBC}" destId="{0827C291-D7D6-4ECF-A261-3A95A361EF22}" srcOrd="1" destOrd="0" presId="urn:microsoft.com/office/officeart/2005/8/layout/chevron1"/>
    <dgm:cxn modelId="{94185BA7-DCAD-4A88-9ECF-F983F3700AF6}" type="presParOf" srcId="{B108BE4F-8787-4529-A5E6-135AF0607108}" destId="{ADB9D98B-899F-4153-A1D3-01FC394E620A}" srcOrd="3" destOrd="0" presId="urn:microsoft.com/office/officeart/2005/8/layout/chevron1"/>
    <dgm:cxn modelId="{9F7611CF-2BD2-468B-9266-8F4DCA4A792D}" type="presParOf" srcId="{B108BE4F-8787-4529-A5E6-135AF0607108}" destId="{77C9FEC8-9B28-4638-B510-645D52318D04}" srcOrd="4" destOrd="0" presId="urn:microsoft.com/office/officeart/2005/8/layout/chevron1"/>
    <dgm:cxn modelId="{89869701-8725-43C4-9BD5-D5A37470C5DA}" type="presParOf" srcId="{77C9FEC8-9B28-4638-B510-645D52318D04}" destId="{D5A43744-AFE8-49DF-ADB0-0F450B6E3028}" srcOrd="0" destOrd="0" presId="urn:microsoft.com/office/officeart/2005/8/layout/chevron1"/>
    <dgm:cxn modelId="{9C812251-8F1D-43B9-8596-1F096FA9F1DF}" type="presParOf" srcId="{77C9FEC8-9B28-4638-B510-645D52318D04}" destId="{A2391077-360D-461E-8705-BD39BC780D3D}" srcOrd="1" destOrd="0" presId="urn:microsoft.com/office/officeart/2005/8/layout/chevron1"/>
    <dgm:cxn modelId="{F1CD2664-BB4D-46DA-BA10-D0A17ECD5AD6}" type="presParOf" srcId="{B108BE4F-8787-4529-A5E6-135AF0607108}" destId="{E3E7F91E-C0DB-467B-99B0-44460C425BF8}" srcOrd="5" destOrd="0" presId="urn:microsoft.com/office/officeart/2005/8/layout/chevron1"/>
    <dgm:cxn modelId="{921905C0-4B56-4DC7-A573-C26667F105D4}" type="presParOf" srcId="{B108BE4F-8787-4529-A5E6-135AF0607108}" destId="{7BCE6090-0B11-460F-B860-CA21264F5D51}" srcOrd="6" destOrd="0" presId="urn:microsoft.com/office/officeart/2005/8/layout/chevron1"/>
    <dgm:cxn modelId="{CE3243D0-20CB-407D-B9AA-B3E325B3C507}" type="presParOf" srcId="{7BCE6090-0B11-460F-B860-CA21264F5D51}" destId="{6BB81D41-9719-40C5-BC11-765173341227}" srcOrd="0" destOrd="0" presId="urn:microsoft.com/office/officeart/2005/8/layout/chevron1"/>
    <dgm:cxn modelId="{0C5497B4-AEA4-4172-93BD-F55AAF1338B9}" type="presParOf" srcId="{7BCE6090-0B11-460F-B860-CA21264F5D51}" destId="{B1656D8F-3823-4A8C-8F31-B3FBD871C71E}" srcOrd="1" destOrd="0" presId="urn:microsoft.com/office/officeart/2005/8/layout/chevron1"/>
    <dgm:cxn modelId="{EB4915EF-6101-40E0-B12C-3703241B984E}" type="presParOf" srcId="{B108BE4F-8787-4529-A5E6-135AF0607108}" destId="{69E6C5A3-04DF-4F6F-90FA-EE4A38C5FD7D}" srcOrd="7" destOrd="0" presId="urn:microsoft.com/office/officeart/2005/8/layout/chevron1"/>
    <dgm:cxn modelId="{7C57BCBB-71C1-4622-8CE5-555FEA39C809}" type="presParOf" srcId="{B108BE4F-8787-4529-A5E6-135AF0607108}" destId="{57A1D0E5-627F-479D-B613-1280456B4EE2}" srcOrd="8" destOrd="0" presId="urn:microsoft.com/office/officeart/2005/8/layout/chevron1"/>
    <dgm:cxn modelId="{844E14A8-4C05-4FF9-939D-2A84C124572E}" type="presParOf" srcId="{57A1D0E5-627F-479D-B613-1280456B4EE2}" destId="{4DC4AA1A-C713-4750-AF59-6556299261EA}" srcOrd="0" destOrd="0" presId="urn:microsoft.com/office/officeart/2005/8/layout/chevron1"/>
    <dgm:cxn modelId="{E04F63F8-8B2E-4608-A3F5-3949FAC90647}" type="presParOf" srcId="{57A1D0E5-627F-479D-B613-1280456B4EE2}" destId="{D9E8263E-5457-49AA-A1F4-ED1A6E5561B5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C3BE1C-F49A-4492-88D6-5BC1AFDE21E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7C07E58-2C45-466A-BA3B-6F32C7D3AB86}">
      <dgm:prSet/>
      <dgm:spPr/>
      <dgm:t>
        <a:bodyPr/>
        <a:lstStyle/>
        <a:p>
          <a:r>
            <a:rPr lang="en-IN" b="1"/>
            <a:t>Standardize Data Types</a:t>
          </a:r>
          <a:endParaRPr lang="en-IN"/>
        </a:p>
      </dgm:t>
    </dgm:pt>
    <dgm:pt modelId="{FC5287F3-9B4B-4B5E-AB50-84EFB8015CAA}" type="parTrans" cxnId="{EDF57E7D-3FBB-4D9C-9758-81F8E6E7FF71}">
      <dgm:prSet/>
      <dgm:spPr/>
      <dgm:t>
        <a:bodyPr/>
        <a:lstStyle/>
        <a:p>
          <a:endParaRPr lang="en-IN"/>
        </a:p>
      </dgm:t>
    </dgm:pt>
    <dgm:pt modelId="{4D65A809-AA15-46EC-94BC-51FA42FBA1E5}" type="sibTrans" cxnId="{EDF57E7D-3FBB-4D9C-9758-81F8E6E7FF71}">
      <dgm:prSet/>
      <dgm:spPr/>
      <dgm:t>
        <a:bodyPr/>
        <a:lstStyle/>
        <a:p>
          <a:endParaRPr lang="en-IN"/>
        </a:p>
      </dgm:t>
    </dgm:pt>
    <dgm:pt modelId="{0D550F54-3517-4430-B411-EA688094402A}">
      <dgm:prSet/>
      <dgm:spPr/>
      <dgm:t>
        <a:bodyPr/>
        <a:lstStyle/>
        <a:p>
          <a:r>
            <a:rPr lang="en-IN"/>
            <a:t>Define and convert data types to ensure consistency across the dataset, facilitating easier analysis and processing.</a:t>
          </a:r>
        </a:p>
      </dgm:t>
    </dgm:pt>
    <dgm:pt modelId="{7A9A4A82-F5D6-42B4-B9FF-AA7C4D6D6E4D}" type="parTrans" cxnId="{ADDF8B0F-A22A-4CC6-A58B-9476B7A97D9E}">
      <dgm:prSet/>
      <dgm:spPr/>
      <dgm:t>
        <a:bodyPr/>
        <a:lstStyle/>
        <a:p>
          <a:endParaRPr lang="en-IN"/>
        </a:p>
      </dgm:t>
    </dgm:pt>
    <dgm:pt modelId="{712C475B-6D72-4EC9-84EC-E04FCF63EE70}" type="sibTrans" cxnId="{ADDF8B0F-A22A-4CC6-A58B-9476B7A97D9E}">
      <dgm:prSet/>
      <dgm:spPr/>
      <dgm:t>
        <a:bodyPr/>
        <a:lstStyle/>
        <a:p>
          <a:endParaRPr lang="en-IN"/>
        </a:p>
      </dgm:t>
    </dgm:pt>
    <dgm:pt modelId="{3A658C51-6569-446B-9E8F-62456C1F7CE9}">
      <dgm:prSet/>
      <dgm:spPr/>
      <dgm:t>
        <a:bodyPr/>
        <a:lstStyle/>
        <a:p>
          <a:r>
            <a:rPr lang="en-IN" b="1"/>
            <a:t>Data Cleaning</a:t>
          </a:r>
          <a:endParaRPr lang="en-IN"/>
        </a:p>
      </dgm:t>
    </dgm:pt>
    <dgm:pt modelId="{FB9D71A1-A603-43C1-8D94-F9C3F2929A43}" type="parTrans" cxnId="{B7FD5FF0-F704-4CA5-A5B0-2D1B5618827F}">
      <dgm:prSet/>
      <dgm:spPr/>
      <dgm:t>
        <a:bodyPr/>
        <a:lstStyle/>
        <a:p>
          <a:endParaRPr lang="en-IN"/>
        </a:p>
      </dgm:t>
    </dgm:pt>
    <dgm:pt modelId="{6E431837-4467-45C0-9236-E37533EED8B6}" type="sibTrans" cxnId="{B7FD5FF0-F704-4CA5-A5B0-2D1B5618827F}">
      <dgm:prSet/>
      <dgm:spPr/>
      <dgm:t>
        <a:bodyPr/>
        <a:lstStyle/>
        <a:p>
          <a:endParaRPr lang="en-IN"/>
        </a:p>
      </dgm:t>
    </dgm:pt>
    <dgm:pt modelId="{770A3B2D-A538-46B5-ACB8-979D8350F16E}">
      <dgm:prSet/>
      <dgm:spPr/>
      <dgm:t>
        <a:bodyPr/>
        <a:lstStyle/>
        <a:p>
          <a:r>
            <a:rPr lang="en-IN"/>
            <a:t>Identify and correct errors, remove duplicates, and handle inconsistencies to improve data quality.</a:t>
          </a:r>
        </a:p>
      </dgm:t>
    </dgm:pt>
    <dgm:pt modelId="{D5F6E4BB-9A79-4CD1-A730-E28D27BC4F5C}" type="parTrans" cxnId="{F8E7A143-F6D1-468B-8F5B-47778FFEE31D}">
      <dgm:prSet/>
      <dgm:spPr/>
      <dgm:t>
        <a:bodyPr/>
        <a:lstStyle/>
        <a:p>
          <a:endParaRPr lang="en-IN"/>
        </a:p>
      </dgm:t>
    </dgm:pt>
    <dgm:pt modelId="{9FFCBF0C-7D53-4BD3-A0D0-2912DE293059}" type="sibTrans" cxnId="{F8E7A143-F6D1-468B-8F5B-47778FFEE31D}">
      <dgm:prSet/>
      <dgm:spPr/>
      <dgm:t>
        <a:bodyPr/>
        <a:lstStyle/>
        <a:p>
          <a:endParaRPr lang="en-IN"/>
        </a:p>
      </dgm:t>
    </dgm:pt>
    <dgm:pt modelId="{8B866CEC-35D3-46B9-B0A6-867CFB5DE4B2}">
      <dgm:prSet/>
      <dgm:spPr/>
      <dgm:t>
        <a:bodyPr/>
        <a:lstStyle/>
        <a:p>
          <a:r>
            <a:rPr lang="en-IN" b="1"/>
            <a:t>Null Handling</a:t>
          </a:r>
          <a:endParaRPr lang="en-IN"/>
        </a:p>
      </dgm:t>
    </dgm:pt>
    <dgm:pt modelId="{CB112BEF-F110-4AA5-A68D-D6A605719EDE}" type="parTrans" cxnId="{6C97CB07-2CD0-446A-91EC-3A803F587902}">
      <dgm:prSet/>
      <dgm:spPr/>
      <dgm:t>
        <a:bodyPr/>
        <a:lstStyle/>
        <a:p>
          <a:endParaRPr lang="en-IN"/>
        </a:p>
      </dgm:t>
    </dgm:pt>
    <dgm:pt modelId="{DB0FFFD6-CBEC-4308-826E-E5FC9BDB1437}" type="sibTrans" cxnId="{6C97CB07-2CD0-446A-91EC-3A803F587902}">
      <dgm:prSet/>
      <dgm:spPr/>
      <dgm:t>
        <a:bodyPr/>
        <a:lstStyle/>
        <a:p>
          <a:endParaRPr lang="en-IN"/>
        </a:p>
      </dgm:t>
    </dgm:pt>
    <dgm:pt modelId="{181F791A-C878-4E3D-BB24-44C87A9745B9}">
      <dgm:prSet/>
      <dgm:spPr/>
      <dgm:t>
        <a:bodyPr/>
        <a:lstStyle/>
        <a:p>
          <a:r>
            <a:rPr lang="en-IN"/>
            <a:t>Address missing values by imputing, removing, or marking nulls appropriately to maintain data integrity.</a:t>
          </a:r>
        </a:p>
      </dgm:t>
    </dgm:pt>
    <dgm:pt modelId="{61B4A125-0207-40FF-94A9-919D70F5B9F5}" type="parTrans" cxnId="{C354A071-9071-4AD5-B25D-F2534198033E}">
      <dgm:prSet/>
      <dgm:spPr/>
      <dgm:t>
        <a:bodyPr/>
        <a:lstStyle/>
        <a:p>
          <a:endParaRPr lang="en-IN"/>
        </a:p>
      </dgm:t>
    </dgm:pt>
    <dgm:pt modelId="{173375C1-CEC3-44B7-B6CE-1FEF95902FD8}" type="sibTrans" cxnId="{C354A071-9071-4AD5-B25D-F2534198033E}">
      <dgm:prSet/>
      <dgm:spPr/>
      <dgm:t>
        <a:bodyPr/>
        <a:lstStyle/>
        <a:p>
          <a:endParaRPr lang="en-IN"/>
        </a:p>
      </dgm:t>
    </dgm:pt>
    <dgm:pt modelId="{12E3E03D-3B27-4A46-857C-518241788C17}">
      <dgm:prSet/>
      <dgm:spPr/>
      <dgm:t>
        <a:bodyPr/>
        <a:lstStyle/>
        <a:p>
          <a:r>
            <a:rPr lang="en-IN" b="1"/>
            <a:t>Metadata Management</a:t>
          </a:r>
          <a:endParaRPr lang="en-IN"/>
        </a:p>
      </dgm:t>
    </dgm:pt>
    <dgm:pt modelId="{9EFE2C28-7FE9-4FC8-BABC-6E19EB5FA374}" type="parTrans" cxnId="{498871B3-FAE2-4D2F-B67D-AC7AB44B4D21}">
      <dgm:prSet/>
      <dgm:spPr/>
      <dgm:t>
        <a:bodyPr/>
        <a:lstStyle/>
        <a:p>
          <a:endParaRPr lang="en-IN"/>
        </a:p>
      </dgm:t>
    </dgm:pt>
    <dgm:pt modelId="{A95B9D60-D578-417E-8612-9F7AACC5F74A}" type="sibTrans" cxnId="{498871B3-FAE2-4D2F-B67D-AC7AB44B4D21}">
      <dgm:prSet/>
      <dgm:spPr/>
      <dgm:t>
        <a:bodyPr/>
        <a:lstStyle/>
        <a:p>
          <a:endParaRPr lang="en-IN"/>
        </a:p>
      </dgm:t>
    </dgm:pt>
    <dgm:pt modelId="{0F89E814-0B41-4CBD-8F26-500EC42B06C7}">
      <dgm:prSet/>
      <dgm:spPr/>
      <dgm:t>
        <a:bodyPr/>
        <a:lstStyle/>
        <a:p>
          <a:r>
            <a:rPr lang="en-IN"/>
            <a:t>Maintain descriptive information about the data, such as source, last updated, or data lineage, to support data governance and understanding.</a:t>
          </a:r>
        </a:p>
      </dgm:t>
    </dgm:pt>
    <dgm:pt modelId="{AB3D6FB0-BF6F-46FB-B646-F06B3C08517C}" type="parTrans" cxnId="{6BAC444C-A6D7-42FD-B476-D229B6E58E79}">
      <dgm:prSet/>
      <dgm:spPr/>
      <dgm:t>
        <a:bodyPr/>
        <a:lstStyle/>
        <a:p>
          <a:endParaRPr lang="en-IN"/>
        </a:p>
      </dgm:t>
    </dgm:pt>
    <dgm:pt modelId="{A5A9E123-6F3D-4EB1-B78D-1D359CB9FE96}" type="sibTrans" cxnId="{6BAC444C-A6D7-42FD-B476-D229B6E58E79}">
      <dgm:prSet/>
      <dgm:spPr/>
      <dgm:t>
        <a:bodyPr/>
        <a:lstStyle/>
        <a:p>
          <a:endParaRPr lang="en-IN"/>
        </a:p>
      </dgm:t>
    </dgm:pt>
    <dgm:pt modelId="{8615A1DB-1CAF-4739-BEA1-BDD585497321}" type="pres">
      <dgm:prSet presAssocID="{06C3BE1C-F49A-4492-88D6-5BC1AFDE21EE}" presName="Name0" presStyleCnt="0">
        <dgm:presLayoutVars>
          <dgm:dir/>
          <dgm:animLvl val="lvl"/>
          <dgm:resizeHandles val="exact"/>
        </dgm:presLayoutVars>
      </dgm:prSet>
      <dgm:spPr/>
    </dgm:pt>
    <dgm:pt modelId="{77FCA830-4F52-4B01-B8EE-95C921ADEC95}" type="pres">
      <dgm:prSet presAssocID="{47C07E58-2C45-466A-BA3B-6F32C7D3AB86}" presName="composite" presStyleCnt="0"/>
      <dgm:spPr/>
    </dgm:pt>
    <dgm:pt modelId="{CB4578EB-62EC-4835-9219-4CFBFE976984}" type="pres">
      <dgm:prSet presAssocID="{47C07E58-2C45-466A-BA3B-6F32C7D3AB86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BA9701-2BBB-4CCE-AED3-50C749EC9CE1}" type="pres">
      <dgm:prSet presAssocID="{47C07E58-2C45-466A-BA3B-6F32C7D3AB86}" presName="desTx" presStyleLbl="revTx" presStyleIdx="0" presStyleCnt="4">
        <dgm:presLayoutVars>
          <dgm:bulletEnabled val="1"/>
        </dgm:presLayoutVars>
      </dgm:prSet>
      <dgm:spPr/>
    </dgm:pt>
    <dgm:pt modelId="{27D2C2BB-7F9A-4F13-BF14-59BBC1AEDB29}" type="pres">
      <dgm:prSet presAssocID="{4D65A809-AA15-46EC-94BC-51FA42FBA1E5}" presName="space" presStyleCnt="0"/>
      <dgm:spPr/>
    </dgm:pt>
    <dgm:pt modelId="{7688C4A1-060B-4155-A4E9-1B41A91902F4}" type="pres">
      <dgm:prSet presAssocID="{3A658C51-6569-446B-9E8F-62456C1F7CE9}" presName="composite" presStyleCnt="0"/>
      <dgm:spPr/>
    </dgm:pt>
    <dgm:pt modelId="{23A41E7F-9202-42B5-A940-165E4FE0851A}" type="pres">
      <dgm:prSet presAssocID="{3A658C51-6569-446B-9E8F-62456C1F7CE9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D12F204-2C74-49C4-BA6F-A8BBACF6EC38}" type="pres">
      <dgm:prSet presAssocID="{3A658C51-6569-446B-9E8F-62456C1F7CE9}" presName="desTx" presStyleLbl="revTx" presStyleIdx="1" presStyleCnt="4">
        <dgm:presLayoutVars>
          <dgm:bulletEnabled val="1"/>
        </dgm:presLayoutVars>
      </dgm:prSet>
      <dgm:spPr/>
    </dgm:pt>
    <dgm:pt modelId="{4ED35D82-4041-4CFD-90C7-FBFD1429A762}" type="pres">
      <dgm:prSet presAssocID="{6E431837-4467-45C0-9236-E37533EED8B6}" presName="space" presStyleCnt="0"/>
      <dgm:spPr/>
    </dgm:pt>
    <dgm:pt modelId="{9D5396AE-8389-4D41-9172-3A2466240DF9}" type="pres">
      <dgm:prSet presAssocID="{8B866CEC-35D3-46B9-B0A6-867CFB5DE4B2}" presName="composite" presStyleCnt="0"/>
      <dgm:spPr/>
    </dgm:pt>
    <dgm:pt modelId="{BCB4B773-3888-4F6B-BFA2-6C64AC11487B}" type="pres">
      <dgm:prSet presAssocID="{8B866CEC-35D3-46B9-B0A6-867CFB5DE4B2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42CAEC5-E90B-40CC-A36C-B54883168D20}" type="pres">
      <dgm:prSet presAssocID="{8B866CEC-35D3-46B9-B0A6-867CFB5DE4B2}" presName="desTx" presStyleLbl="revTx" presStyleIdx="2" presStyleCnt="4">
        <dgm:presLayoutVars>
          <dgm:bulletEnabled val="1"/>
        </dgm:presLayoutVars>
      </dgm:prSet>
      <dgm:spPr/>
    </dgm:pt>
    <dgm:pt modelId="{B2ED2402-C239-44FE-8479-ABC61D105153}" type="pres">
      <dgm:prSet presAssocID="{DB0FFFD6-CBEC-4308-826E-E5FC9BDB1437}" presName="space" presStyleCnt="0"/>
      <dgm:spPr/>
    </dgm:pt>
    <dgm:pt modelId="{46B8F862-72C0-463B-9137-A5E55E22BAE5}" type="pres">
      <dgm:prSet presAssocID="{12E3E03D-3B27-4A46-857C-518241788C17}" presName="composite" presStyleCnt="0"/>
      <dgm:spPr/>
    </dgm:pt>
    <dgm:pt modelId="{2EF05FE6-4783-4DED-B416-EA732A8A3ABE}" type="pres">
      <dgm:prSet presAssocID="{12E3E03D-3B27-4A46-857C-518241788C17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8721D92-6E08-4C80-A67B-16C9169BB2A7}" type="pres">
      <dgm:prSet presAssocID="{12E3E03D-3B27-4A46-857C-518241788C17}" presName="desTx" presStyleLbl="revTx" presStyleIdx="3" presStyleCnt="4">
        <dgm:presLayoutVars>
          <dgm:bulletEnabled val="1"/>
        </dgm:presLayoutVars>
      </dgm:prSet>
      <dgm:spPr/>
    </dgm:pt>
  </dgm:ptLst>
  <dgm:cxnLst>
    <dgm:cxn modelId="{6C97CB07-2CD0-446A-91EC-3A803F587902}" srcId="{06C3BE1C-F49A-4492-88D6-5BC1AFDE21EE}" destId="{8B866CEC-35D3-46B9-B0A6-867CFB5DE4B2}" srcOrd="2" destOrd="0" parTransId="{CB112BEF-F110-4AA5-A68D-D6A605719EDE}" sibTransId="{DB0FFFD6-CBEC-4308-826E-E5FC9BDB1437}"/>
    <dgm:cxn modelId="{ADDF8B0F-A22A-4CC6-A58B-9476B7A97D9E}" srcId="{47C07E58-2C45-466A-BA3B-6F32C7D3AB86}" destId="{0D550F54-3517-4430-B411-EA688094402A}" srcOrd="0" destOrd="0" parTransId="{7A9A4A82-F5D6-42B4-B9FF-AA7C4D6D6E4D}" sibTransId="{712C475B-6D72-4EC9-84EC-E04FCF63EE70}"/>
    <dgm:cxn modelId="{1DAB8112-E4CF-4DF6-9939-30DFBA25DB6E}" type="presOf" srcId="{770A3B2D-A538-46B5-ACB8-979D8350F16E}" destId="{FD12F204-2C74-49C4-BA6F-A8BBACF6EC38}" srcOrd="0" destOrd="0" presId="urn:microsoft.com/office/officeart/2005/8/layout/chevron1"/>
    <dgm:cxn modelId="{78A99535-A658-4B41-944D-1080685133E4}" type="presOf" srcId="{0D550F54-3517-4430-B411-EA688094402A}" destId="{3CBA9701-2BBB-4CCE-AED3-50C749EC9CE1}" srcOrd="0" destOrd="0" presId="urn:microsoft.com/office/officeart/2005/8/layout/chevron1"/>
    <dgm:cxn modelId="{94A1125B-6C66-457F-BCA6-947D8E0C3359}" type="presOf" srcId="{0F89E814-0B41-4CBD-8F26-500EC42B06C7}" destId="{E8721D92-6E08-4C80-A67B-16C9169BB2A7}" srcOrd="0" destOrd="0" presId="urn:microsoft.com/office/officeart/2005/8/layout/chevron1"/>
    <dgm:cxn modelId="{26B68442-BA2C-4B86-9442-F582B64ACA91}" type="presOf" srcId="{06C3BE1C-F49A-4492-88D6-5BC1AFDE21EE}" destId="{8615A1DB-1CAF-4739-BEA1-BDD585497321}" srcOrd="0" destOrd="0" presId="urn:microsoft.com/office/officeart/2005/8/layout/chevron1"/>
    <dgm:cxn modelId="{F8E7A143-F6D1-468B-8F5B-47778FFEE31D}" srcId="{3A658C51-6569-446B-9E8F-62456C1F7CE9}" destId="{770A3B2D-A538-46B5-ACB8-979D8350F16E}" srcOrd="0" destOrd="0" parTransId="{D5F6E4BB-9A79-4CD1-A730-E28D27BC4F5C}" sibTransId="{9FFCBF0C-7D53-4BD3-A0D0-2912DE293059}"/>
    <dgm:cxn modelId="{238D6666-B444-41B3-8353-C738864BAA3D}" type="presOf" srcId="{12E3E03D-3B27-4A46-857C-518241788C17}" destId="{2EF05FE6-4783-4DED-B416-EA732A8A3ABE}" srcOrd="0" destOrd="0" presId="urn:microsoft.com/office/officeart/2005/8/layout/chevron1"/>
    <dgm:cxn modelId="{6BAC444C-A6D7-42FD-B476-D229B6E58E79}" srcId="{12E3E03D-3B27-4A46-857C-518241788C17}" destId="{0F89E814-0B41-4CBD-8F26-500EC42B06C7}" srcOrd="0" destOrd="0" parTransId="{AB3D6FB0-BF6F-46FB-B646-F06B3C08517C}" sibTransId="{A5A9E123-6F3D-4EB1-B78D-1D359CB9FE96}"/>
    <dgm:cxn modelId="{C354A071-9071-4AD5-B25D-F2534198033E}" srcId="{8B866CEC-35D3-46B9-B0A6-867CFB5DE4B2}" destId="{181F791A-C878-4E3D-BB24-44C87A9745B9}" srcOrd="0" destOrd="0" parTransId="{61B4A125-0207-40FF-94A9-919D70F5B9F5}" sibTransId="{173375C1-CEC3-44B7-B6CE-1FEF95902FD8}"/>
    <dgm:cxn modelId="{EDF57E7D-3FBB-4D9C-9758-81F8E6E7FF71}" srcId="{06C3BE1C-F49A-4492-88D6-5BC1AFDE21EE}" destId="{47C07E58-2C45-466A-BA3B-6F32C7D3AB86}" srcOrd="0" destOrd="0" parTransId="{FC5287F3-9B4B-4B5E-AB50-84EFB8015CAA}" sibTransId="{4D65A809-AA15-46EC-94BC-51FA42FBA1E5}"/>
    <dgm:cxn modelId="{42925C82-32A2-492E-954B-2479A9D02964}" type="presOf" srcId="{47C07E58-2C45-466A-BA3B-6F32C7D3AB86}" destId="{CB4578EB-62EC-4835-9219-4CFBFE976984}" srcOrd="0" destOrd="0" presId="urn:microsoft.com/office/officeart/2005/8/layout/chevron1"/>
    <dgm:cxn modelId="{498871B3-FAE2-4D2F-B67D-AC7AB44B4D21}" srcId="{06C3BE1C-F49A-4492-88D6-5BC1AFDE21EE}" destId="{12E3E03D-3B27-4A46-857C-518241788C17}" srcOrd="3" destOrd="0" parTransId="{9EFE2C28-7FE9-4FC8-BABC-6E19EB5FA374}" sibTransId="{A95B9D60-D578-417E-8612-9F7AACC5F74A}"/>
    <dgm:cxn modelId="{B7FD5FF0-F704-4CA5-A5B0-2D1B5618827F}" srcId="{06C3BE1C-F49A-4492-88D6-5BC1AFDE21EE}" destId="{3A658C51-6569-446B-9E8F-62456C1F7CE9}" srcOrd="1" destOrd="0" parTransId="{FB9D71A1-A603-43C1-8D94-F9C3F2929A43}" sibTransId="{6E431837-4467-45C0-9236-E37533EED8B6}"/>
    <dgm:cxn modelId="{CDC652F5-F656-4C14-A885-67D0191EE552}" type="presOf" srcId="{8B866CEC-35D3-46B9-B0A6-867CFB5DE4B2}" destId="{BCB4B773-3888-4F6B-BFA2-6C64AC11487B}" srcOrd="0" destOrd="0" presId="urn:microsoft.com/office/officeart/2005/8/layout/chevron1"/>
    <dgm:cxn modelId="{D8F722FC-8540-45FB-B6B9-9F7A8218E7C6}" type="presOf" srcId="{181F791A-C878-4E3D-BB24-44C87A9745B9}" destId="{A42CAEC5-E90B-40CC-A36C-B54883168D20}" srcOrd="0" destOrd="0" presId="urn:microsoft.com/office/officeart/2005/8/layout/chevron1"/>
    <dgm:cxn modelId="{FF6387FE-FA37-4FF6-88A8-AA7AAAA08D8D}" type="presOf" srcId="{3A658C51-6569-446B-9E8F-62456C1F7CE9}" destId="{23A41E7F-9202-42B5-A940-165E4FE0851A}" srcOrd="0" destOrd="0" presId="urn:microsoft.com/office/officeart/2005/8/layout/chevron1"/>
    <dgm:cxn modelId="{5C4BECB4-D916-4AD7-B8AF-B4A19485CF6A}" type="presParOf" srcId="{8615A1DB-1CAF-4739-BEA1-BDD585497321}" destId="{77FCA830-4F52-4B01-B8EE-95C921ADEC95}" srcOrd="0" destOrd="0" presId="urn:microsoft.com/office/officeart/2005/8/layout/chevron1"/>
    <dgm:cxn modelId="{A2AD9B65-5043-4614-BFD2-763AB7F5F295}" type="presParOf" srcId="{77FCA830-4F52-4B01-B8EE-95C921ADEC95}" destId="{CB4578EB-62EC-4835-9219-4CFBFE976984}" srcOrd="0" destOrd="0" presId="urn:microsoft.com/office/officeart/2005/8/layout/chevron1"/>
    <dgm:cxn modelId="{263134DD-5893-433F-BDC8-AF3B027BDC9B}" type="presParOf" srcId="{77FCA830-4F52-4B01-B8EE-95C921ADEC95}" destId="{3CBA9701-2BBB-4CCE-AED3-50C749EC9CE1}" srcOrd="1" destOrd="0" presId="urn:microsoft.com/office/officeart/2005/8/layout/chevron1"/>
    <dgm:cxn modelId="{4CC42082-D6E6-47A7-8F80-F225A9537400}" type="presParOf" srcId="{8615A1DB-1CAF-4739-BEA1-BDD585497321}" destId="{27D2C2BB-7F9A-4F13-BF14-59BBC1AEDB29}" srcOrd="1" destOrd="0" presId="urn:microsoft.com/office/officeart/2005/8/layout/chevron1"/>
    <dgm:cxn modelId="{0AA75AFC-C170-43BC-8D09-9C58D2B53E7B}" type="presParOf" srcId="{8615A1DB-1CAF-4739-BEA1-BDD585497321}" destId="{7688C4A1-060B-4155-A4E9-1B41A91902F4}" srcOrd="2" destOrd="0" presId="urn:microsoft.com/office/officeart/2005/8/layout/chevron1"/>
    <dgm:cxn modelId="{48A9FF40-504B-4320-BC41-FBF1FC0DF419}" type="presParOf" srcId="{7688C4A1-060B-4155-A4E9-1B41A91902F4}" destId="{23A41E7F-9202-42B5-A940-165E4FE0851A}" srcOrd="0" destOrd="0" presId="urn:microsoft.com/office/officeart/2005/8/layout/chevron1"/>
    <dgm:cxn modelId="{61DA00D1-6662-46DA-BC95-09214B55D7DE}" type="presParOf" srcId="{7688C4A1-060B-4155-A4E9-1B41A91902F4}" destId="{FD12F204-2C74-49C4-BA6F-A8BBACF6EC38}" srcOrd="1" destOrd="0" presId="urn:microsoft.com/office/officeart/2005/8/layout/chevron1"/>
    <dgm:cxn modelId="{5CBB073B-9D9C-45CF-A96F-068540AC0893}" type="presParOf" srcId="{8615A1DB-1CAF-4739-BEA1-BDD585497321}" destId="{4ED35D82-4041-4CFD-90C7-FBFD1429A762}" srcOrd="3" destOrd="0" presId="urn:microsoft.com/office/officeart/2005/8/layout/chevron1"/>
    <dgm:cxn modelId="{EB3CE3D8-EA51-4ABA-8A4C-775269B9C4B1}" type="presParOf" srcId="{8615A1DB-1CAF-4739-BEA1-BDD585497321}" destId="{9D5396AE-8389-4D41-9172-3A2466240DF9}" srcOrd="4" destOrd="0" presId="urn:microsoft.com/office/officeart/2005/8/layout/chevron1"/>
    <dgm:cxn modelId="{8D2C08B1-B846-4721-86CA-59EA0EAD205F}" type="presParOf" srcId="{9D5396AE-8389-4D41-9172-3A2466240DF9}" destId="{BCB4B773-3888-4F6B-BFA2-6C64AC11487B}" srcOrd="0" destOrd="0" presId="urn:microsoft.com/office/officeart/2005/8/layout/chevron1"/>
    <dgm:cxn modelId="{43F33832-1141-4B5C-9697-4A31C6856AAB}" type="presParOf" srcId="{9D5396AE-8389-4D41-9172-3A2466240DF9}" destId="{A42CAEC5-E90B-40CC-A36C-B54883168D20}" srcOrd="1" destOrd="0" presId="urn:microsoft.com/office/officeart/2005/8/layout/chevron1"/>
    <dgm:cxn modelId="{A8C9A38D-8BC9-469F-8933-DE22B33F74A7}" type="presParOf" srcId="{8615A1DB-1CAF-4739-BEA1-BDD585497321}" destId="{B2ED2402-C239-44FE-8479-ABC61D105153}" srcOrd="5" destOrd="0" presId="urn:microsoft.com/office/officeart/2005/8/layout/chevron1"/>
    <dgm:cxn modelId="{A6533029-77CD-440F-8962-183B5EBA8A7E}" type="presParOf" srcId="{8615A1DB-1CAF-4739-BEA1-BDD585497321}" destId="{46B8F862-72C0-463B-9137-A5E55E22BAE5}" srcOrd="6" destOrd="0" presId="urn:microsoft.com/office/officeart/2005/8/layout/chevron1"/>
    <dgm:cxn modelId="{4DA1C8D8-867A-47DF-A045-15B65EAAE29C}" type="presParOf" srcId="{46B8F862-72C0-463B-9137-A5E55E22BAE5}" destId="{2EF05FE6-4783-4DED-B416-EA732A8A3ABE}" srcOrd="0" destOrd="0" presId="urn:microsoft.com/office/officeart/2005/8/layout/chevron1"/>
    <dgm:cxn modelId="{A2ED9604-AC59-4303-8651-E8B703C1B21C}" type="presParOf" srcId="{46B8F862-72C0-463B-9137-A5E55E22BAE5}" destId="{E8721D92-6E08-4C80-A67B-16C9169BB2A7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210DC-C6B7-4BB0-A074-6D41F7F2701A}">
      <dsp:nvSpPr>
        <dsp:cNvPr id="0" name=""/>
        <dsp:cNvSpPr/>
      </dsp:nvSpPr>
      <dsp:spPr>
        <a:xfrm>
          <a:off x="4547" y="719171"/>
          <a:ext cx="1748321" cy="699328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Identify Source Systems</a:t>
          </a:r>
          <a:endParaRPr lang="en-IN" sz="1500" kern="1200"/>
        </a:p>
      </dsp:txBody>
      <dsp:txXfrm>
        <a:off x="354211" y="719171"/>
        <a:ext cx="1048993" cy="699328"/>
      </dsp:txXfrm>
    </dsp:sp>
    <dsp:sp modelId="{CBFF21A5-2865-4242-BC91-B60D3E32B8B5}">
      <dsp:nvSpPr>
        <dsp:cNvPr id="0" name=""/>
        <dsp:cNvSpPr/>
      </dsp:nvSpPr>
      <dsp:spPr>
        <a:xfrm>
          <a:off x="4547" y="1505916"/>
          <a:ext cx="1398656" cy="212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Determine the various source systems providing data, including Neon PostgreSQL for core data and CSV files for reseller sales.</a:t>
          </a:r>
        </a:p>
      </dsp:txBody>
      <dsp:txXfrm>
        <a:off x="4547" y="1505916"/>
        <a:ext cx="1398656" cy="2126250"/>
      </dsp:txXfrm>
    </dsp:sp>
    <dsp:sp modelId="{F32A886F-229D-4245-B51D-04D53904482E}">
      <dsp:nvSpPr>
        <dsp:cNvPr id="0" name=""/>
        <dsp:cNvSpPr/>
      </dsp:nvSpPr>
      <dsp:spPr>
        <a:xfrm>
          <a:off x="1536868" y="719171"/>
          <a:ext cx="1748321" cy="699328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Access Data from Neon PostgreSQL</a:t>
          </a:r>
          <a:endParaRPr lang="en-IN" sz="1500" kern="1200"/>
        </a:p>
      </dsp:txBody>
      <dsp:txXfrm>
        <a:off x="1886532" y="719171"/>
        <a:ext cx="1048993" cy="699328"/>
      </dsp:txXfrm>
    </dsp:sp>
    <dsp:sp modelId="{3B411475-E688-4EC6-80C3-67557311F55A}">
      <dsp:nvSpPr>
        <dsp:cNvPr id="0" name=""/>
        <dsp:cNvSpPr/>
      </dsp:nvSpPr>
      <dsp:spPr>
        <a:xfrm>
          <a:off x="1536868" y="1505916"/>
          <a:ext cx="1398656" cy="212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Connect to the Neon PostgreSQL database to extract data related to Customers, Events, Organizers, and Ticket Sales.</a:t>
          </a:r>
        </a:p>
      </dsp:txBody>
      <dsp:txXfrm>
        <a:off x="1536868" y="1505916"/>
        <a:ext cx="1398656" cy="2126250"/>
      </dsp:txXfrm>
    </dsp:sp>
    <dsp:sp modelId="{C38DB710-AFF6-47C8-935D-F890419B790D}">
      <dsp:nvSpPr>
        <dsp:cNvPr id="0" name=""/>
        <dsp:cNvSpPr/>
      </dsp:nvSpPr>
      <dsp:spPr>
        <a:xfrm>
          <a:off x="3069189" y="719171"/>
          <a:ext cx="1748321" cy="699328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Collect CSV Files</a:t>
          </a:r>
          <a:endParaRPr lang="en-IN" sz="1500" kern="1200"/>
        </a:p>
      </dsp:txBody>
      <dsp:txXfrm>
        <a:off x="3418853" y="719171"/>
        <a:ext cx="1048993" cy="699328"/>
      </dsp:txXfrm>
    </dsp:sp>
    <dsp:sp modelId="{2C6C611E-7977-486D-89C6-C6F5FE86838B}">
      <dsp:nvSpPr>
        <dsp:cNvPr id="0" name=""/>
        <dsp:cNvSpPr/>
      </dsp:nvSpPr>
      <dsp:spPr>
        <a:xfrm>
          <a:off x="3069189" y="1505916"/>
          <a:ext cx="1398656" cy="212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Gather daily reseller sales data stored in CSV files for further processing.</a:t>
          </a:r>
        </a:p>
      </dsp:txBody>
      <dsp:txXfrm>
        <a:off x="3069189" y="1505916"/>
        <a:ext cx="1398656" cy="2126250"/>
      </dsp:txXfrm>
    </dsp:sp>
    <dsp:sp modelId="{B6700E75-B045-4572-8C2A-803E4FF90D51}">
      <dsp:nvSpPr>
        <dsp:cNvPr id="0" name=""/>
        <dsp:cNvSpPr/>
      </dsp:nvSpPr>
      <dsp:spPr>
        <a:xfrm>
          <a:off x="4601510" y="719171"/>
          <a:ext cx="1748321" cy="699328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Prepare Data for Integration</a:t>
          </a:r>
          <a:endParaRPr lang="en-IN" sz="1500" kern="1200"/>
        </a:p>
      </dsp:txBody>
      <dsp:txXfrm>
        <a:off x="4951174" y="719171"/>
        <a:ext cx="1048993" cy="699328"/>
      </dsp:txXfrm>
    </dsp:sp>
    <dsp:sp modelId="{37770F32-9600-4B29-A09A-129AFF39799A}">
      <dsp:nvSpPr>
        <dsp:cNvPr id="0" name=""/>
        <dsp:cNvSpPr/>
      </dsp:nvSpPr>
      <dsp:spPr>
        <a:xfrm>
          <a:off x="4601510" y="1505916"/>
          <a:ext cx="1398656" cy="212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Clean and format the data from both database and CSV files to ensure consistency and compatibility.</a:t>
          </a:r>
        </a:p>
      </dsp:txBody>
      <dsp:txXfrm>
        <a:off x="4601510" y="1505916"/>
        <a:ext cx="1398656" cy="2126250"/>
      </dsp:txXfrm>
    </dsp:sp>
    <dsp:sp modelId="{75FFA155-444D-498C-8C8C-9604AF877B17}">
      <dsp:nvSpPr>
        <dsp:cNvPr id="0" name=""/>
        <dsp:cNvSpPr/>
      </dsp:nvSpPr>
      <dsp:spPr>
        <a:xfrm>
          <a:off x="6133831" y="719171"/>
          <a:ext cx="1748321" cy="699328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Load Data into Data Warehouse</a:t>
          </a:r>
          <a:endParaRPr lang="en-IN" sz="1500" kern="1200"/>
        </a:p>
      </dsp:txBody>
      <dsp:txXfrm>
        <a:off x="6483495" y="719171"/>
        <a:ext cx="1048993" cy="699328"/>
      </dsp:txXfrm>
    </dsp:sp>
    <dsp:sp modelId="{47011EFD-A430-400A-8779-56D0741D728E}">
      <dsp:nvSpPr>
        <dsp:cNvPr id="0" name=""/>
        <dsp:cNvSpPr/>
      </dsp:nvSpPr>
      <dsp:spPr>
        <a:xfrm>
          <a:off x="6133831" y="1505916"/>
          <a:ext cx="1398656" cy="212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Import the prepared data into the data warehouse or integration platform for analysis and reporting.</a:t>
          </a:r>
        </a:p>
      </dsp:txBody>
      <dsp:txXfrm>
        <a:off x="6133831" y="1505916"/>
        <a:ext cx="1398656" cy="2126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B0AE6-A37F-4260-A49B-A96A4A92CB2A}">
      <dsp:nvSpPr>
        <dsp:cNvPr id="0" name=""/>
        <dsp:cNvSpPr/>
      </dsp:nvSpPr>
      <dsp:spPr>
        <a:xfrm>
          <a:off x="4547" y="640702"/>
          <a:ext cx="1748321" cy="69932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Schedule Daily Jobs</a:t>
          </a:r>
          <a:endParaRPr lang="en-IN" sz="1800" kern="1200"/>
        </a:p>
      </dsp:txBody>
      <dsp:txXfrm>
        <a:off x="354211" y="640702"/>
        <a:ext cx="1048993" cy="699328"/>
      </dsp:txXfrm>
    </dsp:sp>
    <dsp:sp modelId="{40FD418C-D8C2-4B18-822C-705F218CE8BB}">
      <dsp:nvSpPr>
        <dsp:cNvPr id="0" name=""/>
        <dsp:cNvSpPr/>
      </dsp:nvSpPr>
      <dsp:spPr>
        <a:xfrm>
          <a:off x="4547" y="1427447"/>
          <a:ext cx="1398656" cy="228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Configure Airflow to run specific tasks every day at scheduled times.</a:t>
          </a:r>
        </a:p>
      </dsp:txBody>
      <dsp:txXfrm>
        <a:off x="4547" y="1427447"/>
        <a:ext cx="1398656" cy="2283187"/>
      </dsp:txXfrm>
    </dsp:sp>
    <dsp:sp modelId="{089ED392-2A35-45F1-99ED-46459288044F}">
      <dsp:nvSpPr>
        <dsp:cNvPr id="0" name=""/>
        <dsp:cNvSpPr/>
      </dsp:nvSpPr>
      <dsp:spPr>
        <a:xfrm>
          <a:off x="1536868" y="640702"/>
          <a:ext cx="1748321" cy="69932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Load Neon</a:t>
          </a:r>
          <a:endParaRPr lang="en-IN" sz="1800" kern="1200" dirty="0"/>
        </a:p>
      </dsp:txBody>
      <dsp:txXfrm>
        <a:off x="1886532" y="640702"/>
        <a:ext cx="1048993" cy="699328"/>
      </dsp:txXfrm>
    </dsp:sp>
    <dsp:sp modelId="{0827C291-D7D6-4ECF-A261-3A95A361EF22}">
      <dsp:nvSpPr>
        <dsp:cNvPr id="0" name=""/>
        <dsp:cNvSpPr/>
      </dsp:nvSpPr>
      <dsp:spPr>
        <a:xfrm>
          <a:off x="1536868" y="1427447"/>
          <a:ext cx="1398656" cy="228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Execute tasks in Airflow to load data into Neon database as part of the daily process.</a:t>
          </a:r>
        </a:p>
      </dsp:txBody>
      <dsp:txXfrm>
        <a:off x="1536868" y="1427447"/>
        <a:ext cx="1398656" cy="2283187"/>
      </dsp:txXfrm>
    </dsp:sp>
    <dsp:sp modelId="{D5A43744-AFE8-49DF-ADB0-0F450B6E3028}">
      <dsp:nvSpPr>
        <dsp:cNvPr id="0" name=""/>
        <dsp:cNvSpPr/>
      </dsp:nvSpPr>
      <dsp:spPr>
        <a:xfrm>
          <a:off x="3069189" y="640702"/>
          <a:ext cx="1748321" cy="69932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Load CSVs</a:t>
          </a:r>
          <a:endParaRPr lang="en-IN" sz="1800" kern="1200"/>
        </a:p>
      </dsp:txBody>
      <dsp:txXfrm>
        <a:off x="3418853" y="640702"/>
        <a:ext cx="1048993" cy="699328"/>
      </dsp:txXfrm>
    </dsp:sp>
    <dsp:sp modelId="{A2391077-360D-461E-8705-BD39BC780D3D}">
      <dsp:nvSpPr>
        <dsp:cNvPr id="0" name=""/>
        <dsp:cNvSpPr/>
      </dsp:nvSpPr>
      <dsp:spPr>
        <a:xfrm>
          <a:off x="3069189" y="1427447"/>
          <a:ext cx="1398656" cy="228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Import CSV files into the system to update or supplement data.</a:t>
          </a:r>
        </a:p>
      </dsp:txBody>
      <dsp:txXfrm>
        <a:off x="3069189" y="1427447"/>
        <a:ext cx="1398656" cy="2283187"/>
      </dsp:txXfrm>
    </dsp:sp>
    <dsp:sp modelId="{6BB81D41-9719-40C5-BC11-765173341227}">
      <dsp:nvSpPr>
        <dsp:cNvPr id="0" name=""/>
        <dsp:cNvSpPr/>
      </dsp:nvSpPr>
      <dsp:spPr>
        <a:xfrm>
          <a:off x="4601510" y="640702"/>
          <a:ext cx="1748321" cy="69932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Audit Data</a:t>
          </a:r>
          <a:endParaRPr lang="en-IN" sz="1800" kern="1200"/>
        </a:p>
      </dsp:txBody>
      <dsp:txXfrm>
        <a:off x="4951174" y="640702"/>
        <a:ext cx="1048993" cy="699328"/>
      </dsp:txXfrm>
    </dsp:sp>
    <dsp:sp modelId="{B1656D8F-3823-4A8C-8F31-B3FBD871C71E}">
      <dsp:nvSpPr>
        <dsp:cNvPr id="0" name=""/>
        <dsp:cNvSpPr/>
      </dsp:nvSpPr>
      <dsp:spPr>
        <a:xfrm>
          <a:off x="4601510" y="1427447"/>
          <a:ext cx="1398656" cy="228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Perform audits on the data to ensure quality and integrity.</a:t>
          </a:r>
        </a:p>
      </dsp:txBody>
      <dsp:txXfrm>
        <a:off x="4601510" y="1427447"/>
        <a:ext cx="1398656" cy="2283187"/>
      </dsp:txXfrm>
    </dsp:sp>
    <dsp:sp modelId="{4DC4AA1A-C713-4750-AF59-6556299261EA}">
      <dsp:nvSpPr>
        <dsp:cNvPr id="0" name=""/>
        <dsp:cNvSpPr/>
      </dsp:nvSpPr>
      <dsp:spPr>
        <a:xfrm>
          <a:off x="6133831" y="640702"/>
          <a:ext cx="1748321" cy="69932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Trigger dbt</a:t>
          </a:r>
          <a:endParaRPr lang="en-IN" sz="1800" kern="1200"/>
        </a:p>
      </dsp:txBody>
      <dsp:txXfrm>
        <a:off x="6483495" y="640702"/>
        <a:ext cx="1048993" cy="699328"/>
      </dsp:txXfrm>
    </dsp:sp>
    <dsp:sp modelId="{D9E8263E-5457-49AA-A1F4-ED1A6E5561B5}">
      <dsp:nvSpPr>
        <dsp:cNvPr id="0" name=""/>
        <dsp:cNvSpPr/>
      </dsp:nvSpPr>
      <dsp:spPr>
        <a:xfrm>
          <a:off x="6133831" y="1427447"/>
          <a:ext cx="1398656" cy="228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Activate dbt runs to transform and model the data after loading.</a:t>
          </a:r>
        </a:p>
      </dsp:txBody>
      <dsp:txXfrm>
        <a:off x="6133831" y="1427447"/>
        <a:ext cx="1398656" cy="2283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578EB-62EC-4835-9219-4CFBFE976984}">
      <dsp:nvSpPr>
        <dsp:cNvPr id="0" name=""/>
        <dsp:cNvSpPr/>
      </dsp:nvSpPr>
      <dsp:spPr>
        <a:xfrm>
          <a:off x="522" y="570650"/>
          <a:ext cx="2133413" cy="8533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Standardize Data Types</a:t>
          </a:r>
          <a:endParaRPr lang="en-IN" sz="1600" kern="1200"/>
        </a:p>
      </dsp:txBody>
      <dsp:txXfrm>
        <a:off x="427205" y="570650"/>
        <a:ext cx="1280048" cy="853365"/>
      </dsp:txXfrm>
    </dsp:sp>
    <dsp:sp modelId="{3CBA9701-2BBB-4CCE-AED3-50C749EC9CE1}">
      <dsp:nvSpPr>
        <dsp:cNvPr id="0" name=""/>
        <dsp:cNvSpPr/>
      </dsp:nvSpPr>
      <dsp:spPr>
        <a:xfrm>
          <a:off x="522" y="1530687"/>
          <a:ext cx="1706731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Define and convert data types to ensure consistency across the dataset, facilitating easier analysis and processing.</a:t>
          </a:r>
        </a:p>
      </dsp:txBody>
      <dsp:txXfrm>
        <a:off x="522" y="1530687"/>
        <a:ext cx="1706731" cy="2250000"/>
      </dsp:txXfrm>
    </dsp:sp>
    <dsp:sp modelId="{23A41E7F-9202-42B5-A940-165E4FE0851A}">
      <dsp:nvSpPr>
        <dsp:cNvPr id="0" name=""/>
        <dsp:cNvSpPr/>
      </dsp:nvSpPr>
      <dsp:spPr>
        <a:xfrm>
          <a:off x="1917936" y="570650"/>
          <a:ext cx="2133413" cy="8533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Data Cleaning</a:t>
          </a:r>
          <a:endParaRPr lang="en-IN" sz="1600" kern="1200"/>
        </a:p>
      </dsp:txBody>
      <dsp:txXfrm>
        <a:off x="2344619" y="570650"/>
        <a:ext cx="1280048" cy="853365"/>
      </dsp:txXfrm>
    </dsp:sp>
    <dsp:sp modelId="{FD12F204-2C74-49C4-BA6F-A8BBACF6EC38}">
      <dsp:nvSpPr>
        <dsp:cNvPr id="0" name=""/>
        <dsp:cNvSpPr/>
      </dsp:nvSpPr>
      <dsp:spPr>
        <a:xfrm>
          <a:off x="1917936" y="1530687"/>
          <a:ext cx="1706731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Identify and correct errors, remove duplicates, and handle inconsistencies to improve data quality.</a:t>
          </a:r>
        </a:p>
      </dsp:txBody>
      <dsp:txXfrm>
        <a:off x="1917936" y="1530687"/>
        <a:ext cx="1706731" cy="2250000"/>
      </dsp:txXfrm>
    </dsp:sp>
    <dsp:sp modelId="{BCB4B773-3888-4F6B-BFA2-6C64AC11487B}">
      <dsp:nvSpPr>
        <dsp:cNvPr id="0" name=""/>
        <dsp:cNvSpPr/>
      </dsp:nvSpPr>
      <dsp:spPr>
        <a:xfrm>
          <a:off x="3835350" y="570650"/>
          <a:ext cx="2133413" cy="8533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Null Handling</a:t>
          </a:r>
          <a:endParaRPr lang="en-IN" sz="1600" kern="1200"/>
        </a:p>
      </dsp:txBody>
      <dsp:txXfrm>
        <a:off x="4262033" y="570650"/>
        <a:ext cx="1280048" cy="853365"/>
      </dsp:txXfrm>
    </dsp:sp>
    <dsp:sp modelId="{A42CAEC5-E90B-40CC-A36C-B54883168D20}">
      <dsp:nvSpPr>
        <dsp:cNvPr id="0" name=""/>
        <dsp:cNvSpPr/>
      </dsp:nvSpPr>
      <dsp:spPr>
        <a:xfrm>
          <a:off x="3835350" y="1530687"/>
          <a:ext cx="1706731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Address missing values by imputing, removing, or marking nulls appropriately to maintain data integrity.</a:t>
          </a:r>
        </a:p>
      </dsp:txBody>
      <dsp:txXfrm>
        <a:off x="3835350" y="1530687"/>
        <a:ext cx="1706731" cy="2250000"/>
      </dsp:txXfrm>
    </dsp:sp>
    <dsp:sp modelId="{2EF05FE6-4783-4DED-B416-EA732A8A3ABE}">
      <dsp:nvSpPr>
        <dsp:cNvPr id="0" name=""/>
        <dsp:cNvSpPr/>
      </dsp:nvSpPr>
      <dsp:spPr>
        <a:xfrm>
          <a:off x="5752763" y="570650"/>
          <a:ext cx="2133413" cy="8533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Metadata Management</a:t>
          </a:r>
          <a:endParaRPr lang="en-IN" sz="1600" kern="1200"/>
        </a:p>
      </dsp:txBody>
      <dsp:txXfrm>
        <a:off x="6179446" y="570650"/>
        <a:ext cx="1280048" cy="853365"/>
      </dsp:txXfrm>
    </dsp:sp>
    <dsp:sp modelId="{E8721D92-6E08-4C80-A67B-16C9169BB2A7}">
      <dsp:nvSpPr>
        <dsp:cNvPr id="0" name=""/>
        <dsp:cNvSpPr/>
      </dsp:nvSpPr>
      <dsp:spPr>
        <a:xfrm>
          <a:off x="5752763" y="1530687"/>
          <a:ext cx="1706731" cy="225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Maintain descriptive information about the data, such as source, last updated, or data lineage, to support data governance and understanding.</a:t>
          </a:r>
        </a:p>
      </dsp:txBody>
      <dsp:txXfrm>
        <a:off x="5752763" y="1530687"/>
        <a:ext cx="1706731" cy="225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B2B Event Ticketing Data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defRPr sz="2000"/>
            </a:pPr>
            <a:r>
              <a:rPr lang="en-US" sz="2000">
                <a:solidFill>
                  <a:srgbClr val="FFFFFF"/>
                </a:solidFill>
              </a:rPr>
              <a:t>Architecture, Data Flow &amp; End-to-End Pipeline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5ED7B-6C46-4E79-C271-09F5F1F7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/>
              <a:t>Project Overview: Data Platform Development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789F93-492B-858E-D572-12279B2DA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Goal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Create a comprehensive data platform that integrates multiple data sources and analytics tools to support enterprise decision-making.</a:t>
            </a:r>
          </a:p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Technology Stack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Utilize a suite of modern data tools including Neon PostgreSQL, Apache Airflow, Python, Snowflake, dbt, and Power BI to build and maintain the platform.</a:t>
            </a:r>
          </a:p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Data Workflow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Automate daily data ingestion from CSV files, processing with Python and dbt, storage in Snowflake, and visualization with Power BI.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AF3A5F-13AB-3601-5681-BE7A4155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0" r="4762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DE88B-E9B0-E042-4CA4-BD96D0AB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Solution Architecture Overview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67A28D-780C-68C3-FAA6-32213A3D1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Source Systems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Data originates from Neon PostgreSQL databases and reseller CSV files, which feed into the data pipeline.</a:t>
            </a:r>
          </a:p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Data Processing Pipeline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Apache Airflow orchestrates data workflows, processing raw data through Snowflake and transforming it with dbt into staged, intermediate, and mart layers.</a:t>
            </a:r>
          </a:p>
          <a:p>
            <a:pPr marL="0" lvl="0" indent="-228600" defTabSz="9144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Data Visualization</a:t>
            </a:r>
          </a:p>
          <a:p>
            <a:pPr marL="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Processed data is finally visualized and analyzed using Power BI for insightful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154E-EEE9-9B2F-A1FC-E1742C82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Data Integration Process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9DCB692-1198-4C95-988B-2D013CB49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44915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Process"/>
                  </p202:designTagLst>
                </p202:designPr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3B56-3350-9B57-0016-7040E297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Airflow Workflow Process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860909F-898B-456C-A08B-9D268A797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33049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Process"/>
                  </p202:designTagLst>
                </p202:designPr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35DDC-49FE-9390-85D8-D51580E6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Snowflake RAW Data Tables</a:t>
            </a: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64515C20-7A8D-496C-BCBC-F88DECDBB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8285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483042" y="2511510"/>
          <a:ext cx="8195872" cy="33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231">
                  <a:extLst>
                    <a:ext uri="{9D8B030D-6E8A-4147-A177-3AD203B41FA5}">
                      <a16:colId xmlns:a16="http://schemas.microsoft.com/office/drawing/2014/main" val="3391048291"/>
                    </a:ext>
                  </a:extLst>
                </a:gridCol>
                <a:gridCol w="3727641">
                  <a:extLst>
                    <a:ext uri="{9D8B030D-6E8A-4147-A177-3AD203B41FA5}">
                      <a16:colId xmlns:a16="http://schemas.microsoft.com/office/drawing/2014/main" val="1834346201"/>
                    </a:ext>
                  </a:extLst>
                </a:gridCol>
              </a:tblGrid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Table Name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Description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2813574858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RAW.CUSTOMERS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Customer information data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3761167196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RAW.EVENTS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Event details data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2518041792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RAW.ORGANIZERS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Organizer information data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2240530590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RAW.RESELLERS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Reseller information data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3392865742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RAW.COMMISSION_AGREEMENTS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Commission agreement details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2143382729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RAW.TICKET_SALES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Ticket sale transaction data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3934134212"/>
                  </a:ext>
                </a:extLst>
              </a:tr>
              <a:tr h="424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RAW.RESELLER_DAILY_SALES</a:t>
                      </a:r>
                    </a:p>
                  </a:txBody>
                  <a:tcPr marL="98746" marR="98746" marT="49372" marB="49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Daily sales data for resellers</a:t>
                      </a:r>
                    </a:p>
                  </a:txBody>
                  <a:tcPr marL="98746" marR="98746" marT="49372" marB="49372" anchor="ctr"/>
                </a:tc>
                <a:extLst>
                  <a:ext uri="{0D108BD9-81ED-4DB2-BD59-A6C34878D82A}">
                    <a16:rowId xmlns:a16="http://schemas.microsoft.com/office/drawing/2014/main" val="10058318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78ED-08F4-0495-1568-57BB3073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DBT Staging Process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62A0603F-D8FF-470E-8732-128A24476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0571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Process"/>
                  </p202:designTagLst>
                </p202:designPr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AF05B-546B-41A8-1651-4B82FCA1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208777" cy="113385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Glossary of Key Terms in dbt Intermediate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AF4D75-0F80-4DE1-B206-BC9E02AE9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672587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459486" y="2459309"/>
          <a:ext cx="8208778" cy="325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409">
                  <a:extLst>
                    <a:ext uri="{9D8B030D-6E8A-4147-A177-3AD203B41FA5}">
                      <a16:colId xmlns:a16="http://schemas.microsoft.com/office/drawing/2014/main" val="3669658589"/>
                    </a:ext>
                  </a:extLst>
                </a:gridCol>
                <a:gridCol w="6222369">
                  <a:extLst>
                    <a:ext uri="{9D8B030D-6E8A-4147-A177-3AD203B41FA5}">
                      <a16:colId xmlns:a16="http://schemas.microsoft.com/office/drawing/2014/main" val="1068376276"/>
                    </a:ext>
                  </a:extLst>
                </a:gridCol>
              </a:tblGrid>
              <a:tr h="854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Business Joins</a:t>
                      </a:r>
                    </a:p>
                  </a:txBody>
                  <a:tcPr marL="115526" marR="115526" marT="57763" marB="5776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Methods of combining data from different tables to analyze related business information.</a:t>
                      </a:r>
                    </a:p>
                  </a:txBody>
                  <a:tcPr marL="115526" marR="115526" marT="57763" marB="57763" anchor="ctr"/>
                </a:tc>
                <a:extLst>
                  <a:ext uri="{0D108BD9-81ED-4DB2-BD59-A6C34878D82A}">
                    <a16:rowId xmlns:a16="http://schemas.microsoft.com/office/drawing/2014/main" val="2768142318"/>
                  </a:ext>
                </a:extLst>
              </a:tr>
              <a:tr h="1201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Reusable Datasets</a:t>
                      </a:r>
                    </a:p>
                  </a:txBody>
                  <a:tcPr marL="115526" marR="115526" marT="57763" marB="5776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Datasets designed to be used across multiple reports and analyses, promoting consistency and efficiency.</a:t>
                      </a:r>
                    </a:p>
                  </a:txBody>
                  <a:tcPr marL="115526" marR="115526" marT="57763" marB="57763" anchor="ctr"/>
                </a:tc>
                <a:extLst>
                  <a:ext uri="{0D108BD9-81ED-4DB2-BD59-A6C34878D82A}">
                    <a16:rowId xmlns:a16="http://schemas.microsoft.com/office/drawing/2014/main" val="430017476"/>
                  </a:ext>
                </a:extLst>
              </a:tr>
              <a:tr h="1201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Commission Calculations</a:t>
                      </a:r>
                    </a:p>
                  </a:txBody>
                  <a:tcPr marL="115526" marR="115526" marT="57763" marB="5776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Processes used to determine commission amounts based on sales or performance metrics.</a:t>
                      </a:r>
                    </a:p>
                  </a:txBody>
                  <a:tcPr marL="115526" marR="115526" marT="57763" marB="57763" anchor="ctr"/>
                </a:tc>
                <a:extLst>
                  <a:ext uri="{0D108BD9-81ED-4DB2-BD59-A6C34878D82A}">
                    <a16:rowId xmlns:a16="http://schemas.microsoft.com/office/drawing/2014/main" val="2716719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bg1"/>
                </a:solidFill>
              </a:rPr>
              <a:t>Structured Data Marts Support Ticket Sales Analysis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100"/>
              <a:t>Dimensions:</a:t>
            </a:r>
            <a:br>
              <a:rPr lang="en-US" sz="2100"/>
            </a:br>
            <a:r>
              <a:rPr lang="en-US" sz="2100"/>
              <a:t>DIM_CUSTOMER</a:t>
            </a:r>
            <a:br>
              <a:rPr lang="en-US" sz="2100"/>
            </a:br>
            <a:r>
              <a:rPr lang="en-US" sz="2100"/>
              <a:t>DIM_EVENT</a:t>
            </a:r>
            <a:br>
              <a:rPr lang="en-US" sz="2100"/>
            </a:br>
            <a:r>
              <a:rPr lang="en-US" sz="2100"/>
              <a:t>DIM_RESELLER</a:t>
            </a:r>
            <a:br>
              <a:rPr lang="en-US" sz="2100"/>
            </a:br>
            <a:r>
              <a:rPr lang="en-US" sz="2100"/>
              <a:t>DIM_ORGANIZER</a:t>
            </a:r>
            <a:br>
              <a:rPr lang="en-US" sz="2100"/>
            </a:br>
            <a:r>
              <a:rPr lang="en-US" sz="2100"/>
              <a:t>DIM_DATE</a:t>
            </a:r>
            <a:br>
              <a:rPr lang="en-US" sz="2100"/>
            </a:br>
            <a:br>
              <a:rPr lang="en-US" sz="2100"/>
            </a:br>
            <a:r>
              <a:rPr lang="en-US" sz="2100"/>
              <a:t>Fact:</a:t>
            </a:r>
            <a:br>
              <a:rPr lang="en-US" sz="2100"/>
            </a:br>
            <a:r>
              <a:rPr lang="en-US" sz="2100"/>
              <a:t>FACT_TICKET_SALES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935EB-9038-0FFD-FCE0-351A01E7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208777" cy="1133856"/>
          </a:xfrm>
        </p:spPr>
        <p:txBody>
          <a:bodyPr anchor="t">
            <a:normAutofit/>
          </a:bodyPr>
          <a:lstStyle/>
          <a:p>
            <a:r>
              <a:rPr lang="en-IN"/>
              <a:t>Power BI Weekly Sales Analysis</a:t>
            </a: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A8D6AD05-391D-422F-8EBA-465422C2F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822978" y="1881051"/>
          <a:ext cx="7481794" cy="441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6196">
                  <a:extLst>
                    <a:ext uri="{9D8B030D-6E8A-4147-A177-3AD203B41FA5}">
                      <a16:colId xmlns:a16="http://schemas.microsoft.com/office/drawing/2014/main" val="1284975619"/>
                    </a:ext>
                  </a:extLst>
                </a:gridCol>
                <a:gridCol w="4355598">
                  <a:extLst>
                    <a:ext uri="{9D8B030D-6E8A-4147-A177-3AD203B41FA5}">
                      <a16:colId xmlns:a16="http://schemas.microsoft.com/office/drawing/2014/main" val="705448823"/>
                    </a:ext>
                  </a:extLst>
                </a:gridCol>
              </a:tblGrid>
              <a:tr h="505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Analysis Type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Description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344656865"/>
                  </a:ext>
                </a:extLst>
              </a:tr>
              <a:tr h="850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Weekly Sales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Overview of sales performance for each week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2295166931"/>
                  </a:ext>
                </a:extLst>
              </a:tr>
              <a:tr h="850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YoY Comparison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Year-over-year sales growth comparison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1633194196"/>
                  </a:ext>
                </a:extLst>
              </a:tr>
              <a:tr h="850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Channel Analysis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Sales data by distribution channel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343077554"/>
                  </a:ext>
                </a:extLst>
              </a:tr>
              <a:tr h="505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Regional Sales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Sales performance by region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3315762629"/>
                  </a:ext>
                </a:extLst>
              </a:tr>
              <a:tr h="850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Commission Analysis</a:t>
                      </a:r>
                    </a:p>
                  </a:txBody>
                  <a:tcPr marL="114957" marR="114957" marT="57479" marB="574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Evaluation of commission metrics</a:t>
                      </a:r>
                    </a:p>
                  </a:txBody>
                  <a:tcPr marL="114957" marR="114957" marT="57479" marB="57479" anchor="ctr"/>
                </a:tc>
                <a:extLst>
                  <a:ext uri="{0D108BD9-81ED-4DB2-BD59-A6C34878D82A}">
                    <a16:rowId xmlns:a16="http://schemas.microsoft.com/office/drawing/2014/main" val="37999826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9B3EB-6E05-D4BB-9111-2637C8764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Pipeline Benefits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C91731-5ABF-4295-9432-58AADC1F5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06010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609112" y="2112579"/>
          <a:ext cx="7943731" cy="4192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8541">
                  <a:extLst>
                    <a:ext uri="{9D8B030D-6E8A-4147-A177-3AD203B41FA5}">
                      <a16:colId xmlns:a16="http://schemas.microsoft.com/office/drawing/2014/main" val="453486349"/>
                    </a:ext>
                  </a:extLst>
                </a:gridCol>
                <a:gridCol w="4125190">
                  <a:extLst>
                    <a:ext uri="{9D8B030D-6E8A-4147-A177-3AD203B41FA5}">
                      <a16:colId xmlns:a16="http://schemas.microsoft.com/office/drawing/2014/main" val="2122283672"/>
                    </a:ext>
                  </a:extLst>
                </a:gridCol>
              </a:tblGrid>
              <a:tr h="38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Benefit Type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Description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2970090335"/>
                  </a:ext>
                </a:extLst>
              </a:tr>
              <a:tr h="919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Incremental loads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Allows data to be loaded in parts, reducing processing time and resource usage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2746532621"/>
                  </a:ext>
                </a:extLst>
              </a:tr>
              <a:tr h="65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Audit logging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Tracks data processing activities for monitoring and troubleshooting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4215696528"/>
                  </a:ext>
                </a:extLst>
              </a:tr>
              <a:tr h="919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Idempotent processing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Ensures that repeated processing of the same data does not cause errors or duplicates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3920829079"/>
                  </a:ext>
                </a:extLst>
              </a:tr>
              <a:tr h="65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Data quality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Maintains accuracy, consistency, and reliability of data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3490080753"/>
                  </a:ext>
                </a:extLst>
              </a:tr>
              <a:tr h="65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Scalable architecture</a:t>
                      </a:r>
                    </a:p>
                  </a:txBody>
                  <a:tcPr marL="89822" marR="89822" marT="44912" marB="449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Supports growth in data volume and complexity efficiently</a:t>
                      </a:r>
                    </a:p>
                  </a:txBody>
                  <a:tcPr marL="89822" marR="89822" marT="44912" marB="44912" anchor="ctr"/>
                </a:tc>
                <a:extLst>
                  <a:ext uri="{0D108BD9-81ED-4DB2-BD59-A6C34878D82A}">
                    <a16:rowId xmlns:a16="http://schemas.microsoft.com/office/drawing/2014/main" val="10621046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04D21-87F5-C916-1482-4D6BD577E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400" y="603504"/>
            <a:ext cx="4437127" cy="1527048"/>
          </a:xfrm>
        </p:spPr>
        <p:txBody>
          <a:bodyPr anchor="b">
            <a:normAutofit/>
          </a:bodyPr>
          <a:lstStyle/>
          <a:p>
            <a:r>
              <a:rPr lang="en-IN"/>
              <a:t>Data Pipeline Overview</a:t>
            </a:r>
          </a:p>
        </p:txBody>
      </p:sp>
      <p:pic>
        <p:nvPicPr>
          <p:cNvPr id="17" name="Picture 16" descr="Blue blocks and networks technology background">
            <a:extLst>
              <a:ext uri="{FF2B5EF4-FFF2-40B4-BE49-F238E27FC236}">
                <a16:creationId xmlns:a16="http://schemas.microsoft.com/office/drawing/2014/main" id="{FFF90BCB-2315-330A-A787-41EE94F4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41" r="50352" b="-446"/>
          <a:stretch>
            <a:fillRect/>
          </a:stretch>
        </p:blipFill>
        <p:spPr>
          <a:xfrm>
            <a:off x="20" y="10"/>
            <a:ext cx="3682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4AB2-60EE-77B7-5612-BAE3C95A5F8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176399" y="2214282"/>
            <a:ext cx="4437127" cy="4095078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Introduction to Data Sources and Ingestion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Workflow and Data Processing with Airflow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Raw Data Storage and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Staging Area for Data Preparation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Intermediate Data Storage and Transformation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Data Aggregation and Mart Layer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/>
              <a:t>Data Visualization with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743</Words>
  <Application>Microsoft Office PowerPoint</Application>
  <PresentationFormat>On-screen Show (4:3)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B2B Event Ticketing Data Platform</vt:lpstr>
      <vt:lpstr>Project Overview: Data Platform Development</vt:lpstr>
      <vt:lpstr>Solution Architecture Overview</vt:lpstr>
      <vt:lpstr>Data Integration Process</vt:lpstr>
      <vt:lpstr>Airflow Workflow Process</vt:lpstr>
      <vt:lpstr>Snowflake RAW Data Tables</vt:lpstr>
      <vt:lpstr>DBT Staging Process</vt:lpstr>
      <vt:lpstr>Glossary of Key Terms in dbt Intermediate</vt:lpstr>
      <vt:lpstr>Structured Data Marts Support Ticket Sales Analysis</vt:lpstr>
      <vt:lpstr>Power BI Weekly Sales Analysis</vt:lpstr>
      <vt:lpstr>Pipeline Benefits</vt:lpstr>
      <vt:lpstr>Data Pipeline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Imtiyaz Pathan (International Supplier)</cp:lastModifiedBy>
  <cp:revision>7</cp:revision>
  <dcterms:created xsi:type="dcterms:W3CDTF">2013-01-27T09:14:16Z</dcterms:created>
  <dcterms:modified xsi:type="dcterms:W3CDTF">2026-07-25T11:12:15Z</dcterms:modified>
  <cp:category/>
</cp:coreProperties>
</file>